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sitzer\Documents\PP2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'Tabelle3 (2)'!$A$6:$A$7</c:f>
              <c:numCache>
                <c:formatCode>General</c:formatCode>
                <c:ptCount val="2"/>
                <c:pt idx="0">
                  <c:v>300</c:v>
                </c:pt>
                <c:pt idx="1">
                  <c:v>319</c:v>
                </c:pt>
              </c:numCache>
            </c:numRef>
          </c:xVal>
          <c:yVal>
            <c:numRef>
              <c:f>'Tabelle3 (2)'!$B$6:$B$7</c:f>
              <c:numCache>
                <c:formatCode>General</c:formatCode>
                <c:ptCount val="2"/>
                <c:pt idx="0">
                  <c:v>61</c:v>
                </c:pt>
                <c:pt idx="1">
                  <c:v>111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659-4294-BD42-586E6A96F04F}"/>
            </c:ext>
          </c:extLst>
        </c:ser>
        <c:ser>
          <c:idx val="1"/>
          <c:order val="1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'Tabelle3 (2)'!$A$8:$A$9</c:f>
              <c:numCache>
                <c:formatCode>General</c:formatCode>
                <c:ptCount val="2"/>
                <c:pt idx="0">
                  <c:v>285</c:v>
                </c:pt>
                <c:pt idx="1">
                  <c:v>302</c:v>
                </c:pt>
              </c:numCache>
            </c:numRef>
          </c:xVal>
          <c:yVal>
            <c:numRef>
              <c:f>'Tabelle3 (2)'!$B$8:$B$9</c:f>
              <c:numCache>
                <c:formatCode>General</c:formatCode>
                <c:ptCount val="2"/>
                <c:pt idx="0">
                  <c:v>63</c:v>
                </c:pt>
                <c:pt idx="1">
                  <c:v>118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659-4294-BD42-586E6A96F04F}"/>
            </c:ext>
          </c:extLst>
        </c:ser>
        <c:ser>
          <c:idx val="2"/>
          <c:order val="2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'Tabelle3 (2)'!$A$10:$A$11</c:f>
              <c:numCache>
                <c:formatCode>General</c:formatCode>
                <c:ptCount val="2"/>
                <c:pt idx="0">
                  <c:v>31</c:v>
                </c:pt>
                <c:pt idx="1">
                  <c:v>59</c:v>
                </c:pt>
              </c:numCache>
            </c:numRef>
          </c:xVal>
          <c:yVal>
            <c:numRef>
              <c:f>'Tabelle3 (2)'!$B$10:$B$11</c:f>
              <c:numCache>
                <c:formatCode>General</c:formatCode>
                <c:ptCount val="2"/>
                <c:pt idx="0">
                  <c:v>103</c:v>
                </c:pt>
                <c:pt idx="1">
                  <c:v>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659-4294-BD42-586E6A96F04F}"/>
            </c:ext>
          </c:extLst>
        </c:ser>
        <c:ser>
          <c:idx val="3"/>
          <c:order val="3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'Tabelle3 (2)'!$A$12:$A$13</c:f>
              <c:numCache>
                <c:formatCode>General</c:formatCode>
                <c:ptCount val="2"/>
                <c:pt idx="0">
                  <c:v>29</c:v>
                </c:pt>
                <c:pt idx="1">
                  <c:v>86</c:v>
                </c:pt>
              </c:numCache>
            </c:numRef>
          </c:xVal>
          <c:yVal>
            <c:numRef>
              <c:f>'Tabelle3 (2)'!$B$12:$B$13</c:f>
              <c:numCache>
                <c:formatCode>General</c:formatCode>
                <c:ptCount val="2"/>
                <c:pt idx="0">
                  <c:v>106</c:v>
                </c:pt>
                <c:pt idx="1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659-4294-BD42-586E6A96F04F}"/>
            </c:ext>
          </c:extLst>
        </c:ser>
        <c:ser>
          <c:idx val="4"/>
          <c:order val="4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trendline>
            <c:spPr>
              <a:ln w="19050" cap="rnd">
                <a:solidFill>
                  <a:schemeClr val="accent5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'Tabelle3 (2)'!$A$14:$A$15</c:f>
              <c:numCache>
                <c:formatCode>General</c:formatCode>
                <c:ptCount val="2"/>
                <c:pt idx="0">
                  <c:v>52</c:v>
                </c:pt>
                <c:pt idx="1">
                  <c:v>105</c:v>
                </c:pt>
              </c:numCache>
            </c:numRef>
          </c:xVal>
          <c:yVal>
            <c:numRef>
              <c:f>'Tabelle3 (2)'!$B$14:$B$15</c:f>
              <c:numCache>
                <c:formatCode>General</c:formatCode>
                <c:ptCount val="2"/>
                <c:pt idx="0">
                  <c:v>113</c:v>
                </c:pt>
                <c:pt idx="1">
                  <c:v>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659-4294-BD42-586E6A96F04F}"/>
            </c:ext>
          </c:extLst>
        </c:ser>
        <c:ser>
          <c:idx val="5"/>
          <c:order val="5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'Tabelle3 (2)'!$A$16:$A$17</c:f>
              <c:numCache>
                <c:formatCode>General</c:formatCode>
                <c:ptCount val="2"/>
                <c:pt idx="0">
                  <c:v>64.087719298245617</c:v>
                </c:pt>
                <c:pt idx="1">
                  <c:v>64.087719298245617</c:v>
                </c:pt>
              </c:numCache>
            </c:numRef>
          </c:xVal>
          <c:yVal>
            <c:numRef>
              <c:f>'Tabelle3 (2)'!$B$16:$B$17</c:f>
              <c:numCache>
                <c:formatCode>General</c:formatCode>
                <c:ptCount val="2"/>
                <c:pt idx="0">
                  <c:v>0</c:v>
                </c:pt>
                <c:pt idx="1">
                  <c:v>140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4659-4294-BD42-586E6A96F04F}"/>
            </c:ext>
          </c:extLst>
        </c:ser>
        <c:ser>
          <c:idx val="6"/>
          <c:order val="6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'Tabelle3 (2)'!$A$18:$A$19</c:f>
              <c:numCache>
                <c:formatCode>General</c:formatCode>
                <c:ptCount val="2"/>
                <c:pt idx="0">
                  <c:v>177.612806447938</c:v>
                </c:pt>
                <c:pt idx="1">
                  <c:v>177.612806447938</c:v>
                </c:pt>
              </c:numCache>
            </c:numRef>
          </c:xVal>
          <c:yVal>
            <c:numRef>
              <c:f>'Tabelle3 (2)'!$B$18:$B$19</c:f>
              <c:numCache>
                <c:formatCode>General</c:formatCode>
                <c:ptCount val="2"/>
                <c:pt idx="0">
                  <c:v>0</c:v>
                </c:pt>
                <c:pt idx="1">
                  <c:v>160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4659-4294-BD42-586E6A96F04F}"/>
            </c:ext>
          </c:extLst>
        </c:ser>
        <c:ser>
          <c:idx val="7"/>
          <c:order val="7"/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'Tabelle3 (2)'!$A$20:$A$21</c:f>
              <c:numCache>
                <c:formatCode>General</c:formatCode>
                <c:ptCount val="2"/>
                <c:pt idx="0">
                  <c:v>160</c:v>
                </c:pt>
                <c:pt idx="1">
                  <c:v>160</c:v>
                </c:pt>
              </c:numCache>
            </c:numRef>
          </c:xVal>
          <c:yVal>
            <c:numRef>
              <c:f>'Tabelle3 (2)'!$B$20:$B$21</c:f>
              <c:numCache>
                <c:formatCode>General</c:formatCode>
                <c:ptCount val="2"/>
                <c:pt idx="0">
                  <c:v>0</c:v>
                </c:pt>
                <c:pt idx="1">
                  <c:v>160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4659-4294-BD42-586E6A96F0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955248"/>
        <c:axId val="18956208"/>
      </c:scatterChart>
      <c:valAx>
        <c:axId val="18955248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956208"/>
        <c:crosses val="autoZero"/>
        <c:crossBetween val="midCat"/>
      </c:valAx>
      <c:valAx>
        <c:axId val="18956208"/>
        <c:scaling>
          <c:orientation val="maxMin"/>
          <c:max val="1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9552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0.21681</cdr:x>
      <cdr:y>0.51597</cdr:y>
    </cdr:from>
    <cdr:to>
      <cdr:x>0.45993</cdr:x>
      <cdr:y>0.51808</cdr:y>
    </cdr:to>
    <cdr:cxnSp macro="">
      <cdr:nvCxnSpPr>
        <cdr:cNvPr id="3" name="Gerade Verbindung mit Pfeil 2">
          <a:extLst xmlns:a="http://schemas.openxmlformats.org/drawingml/2006/main">
            <a:ext uri="{FF2B5EF4-FFF2-40B4-BE49-F238E27FC236}">
              <a16:creationId xmlns:a16="http://schemas.microsoft.com/office/drawing/2014/main" id="{156F9284-9A2B-D1C0-8CE9-2C754EB2C69D}"/>
            </a:ext>
          </a:extLst>
        </cdr:cNvPr>
        <cdr:cNvCxnSpPr/>
      </cdr:nvCxnSpPr>
      <cdr:spPr>
        <a:xfrm xmlns:a="http://schemas.openxmlformats.org/drawingml/2006/main">
          <a:off x="1583979" y="2096070"/>
          <a:ext cx="1776149" cy="8590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0.46996</cdr:x>
      <cdr:y>0.51447</cdr:y>
    </cdr:from>
    <cdr:to>
      <cdr:x>0.5171</cdr:x>
      <cdr:y>0.97259</cdr:y>
    </cdr:to>
    <cdr:cxnSp macro="">
      <cdr:nvCxnSpPr>
        <cdr:cNvPr id="4" name="Gerade Verbindung mit Pfeil 3">
          <a:extLst xmlns:a="http://schemas.openxmlformats.org/drawingml/2006/main">
            <a:ext uri="{FF2B5EF4-FFF2-40B4-BE49-F238E27FC236}">
              <a16:creationId xmlns:a16="http://schemas.microsoft.com/office/drawing/2014/main" id="{BAF7E70A-E056-7A53-33C4-BB5E6587DC07}"/>
            </a:ext>
          </a:extLst>
        </cdr:cNvPr>
        <cdr:cNvCxnSpPr/>
      </cdr:nvCxnSpPr>
      <cdr:spPr>
        <a:xfrm xmlns:a="http://schemas.openxmlformats.org/drawingml/2006/main" flipH="1" flipV="1">
          <a:off x="3433397" y="2090006"/>
          <a:ext cx="344366" cy="1861039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0.43887</cdr:x>
      <cdr:y>0.52349</cdr:y>
    </cdr:from>
    <cdr:to>
      <cdr:x>0.44088</cdr:x>
      <cdr:y>0.95996</cdr:y>
    </cdr:to>
    <cdr:cxnSp macro="">
      <cdr:nvCxnSpPr>
        <cdr:cNvPr id="5" name="Gerade Verbindung mit Pfeil 4">
          <a:extLst xmlns:a="http://schemas.openxmlformats.org/drawingml/2006/main">
            <a:ext uri="{FF2B5EF4-FFF2-40B4-BE49-F238E27FC236}">
              <a16:creationId xmlns:a16="http://schemas.microsoft.com/office/drawing/2014/main" id="{8972FF26-25AA-27A3-6F04-3DC03C1B50A4}"/>
            </a:ext>
          </a:extLst>
        </cdr:cNvPr>
        <cdr:cNvCxnSpPr/>
      </cdr:nvCxnSpPr>
      <cdr:spPr>
        <a:xfrm xmlns:a="http://schemas.openxmlformats.org/drawingml/2006/main" flipH="1" flipV="1">
          <a:off x="3206263" y="2126641"/>
          <a:ext cx="14654" cy="1773116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0.52211</cdr:x>
      <cdr:y>0.51808</cdr:y>
    </cdr:from>
    <cdr:to>
      <cdr:x>1</cdr:x>
      <cdr:y>0.51988</cdr:y>
    </cdr:to>
    <cdr:cxnSp macro="">
      <cdr:nvCxnSpPr>
        <cdr:cNvPr id="6" name="Gerade Verbindung mit Pfeil 5">
          <a:extLst xmlns:a="http://schemas.openxmlformats.org/drawingml/2006/main">
            <a:ext uri="{FF2B5EF4-FFF2-40B4-BE49-F238E27FC236}">
              <a16:creationId xmlns:a16="http://schemas.microsoft.com/office/drawing/2014/main" id="{77D92F61-1586-CDC6-2C7E-230B3461205B}"/>
            </a:ext>
          </a:extLst>
        </cdr:cNvPr>
        <cdr:cNvCxnSpPr/>
      </cdr:nvCxnSpPr>
      <cdr:spPr>
        <a:xfrm xmlns:a="http://schemas.openxmlformats.org/drawingml/2006/main" flipH="1">
          <a:off x="3814397" y="2104660"/>
          <a:ext cx="3491278" cy="7327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0.37068</cdr:x>
      <cdr:y>0.73271</cdr:y>
    </cdr:from>
    <cdr:to>
      <cdr:x>0.49584</cdr:x>
      <cdr:y>0.9578</cdr:y>
    </cdr:to>
    <cdr:sp macro="" textlink="">
      <cdr:nvSpPr>
        <cdr:cNvPr id="16" name="Textfeld 15">
          <a:extLst xmlns:a="http://schemas.openxmlformats.org/drawingml/2006/main">
            <a:ext uri="{FF2B5EF4-FFF2-40B4-BE49-F238E27FC236}">
              <a16:creationId xmlns:a16="http://schemas.microsoft.com/office/drawing/2014/main" id="{6B9B922B-AB3B-BEF5-B2B2-8E4E19CC9ED4}"/>
            </a:ext>
          </a:extLst>
        </cdr:cNvPr>
        <cdr:cNvSpPr txBox="1"/>
      </cdr:nvSpPr>
      <cdr:spPr>
        <a:xfrm xmlns:a="http://schemas.openxmlformats.org/drawingml/2006/main">
          <a:off x="2708032" y="2976564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de-DE" sz="1100"/>
            <a:t>Offset</a:t>
          </a:r>
        </a:p>
      </cdr:txBody>
    </cdr:sp>
  </cdr:relSizeAnchor>
  <cdr:relSizeAnchor xmlns:cdr="http://schemas.openxmlformats.org/drawingml/2006/chartDrawing">
    <cdr:from>
      <cdr:x>0.419</cdr:x>
      <cdr:y>0.20809</cdr:y>
    </cdr:from>
    <cdr:to>
      <cdr:x>0.54417</cdr:x>
      <cdr:y>0.43318</cdr:y>
    </cdr:to>
    <cdr:sp macro="" textlink="">
      <cdr:nvSpPr>
        <cdr:cNvPr id="2" name="Textfeld 1">
          <a:extLst xmlns:a="http://schemas.openxmlformats.org/drawingml/2006/main">
            <a:ext uri="{FF2B5EF4-FFF2-40B4-BE49-F238E27FC236}">
              <a16:creationId xmlns:a16="http://schemas.microsoft.com/office/drawing/2014/main" id="{3C447D04-4E54-5D7E-E276-D542D59C1E16}"/>
            </a:ext>
          </a:extLst>
        </cdr:cNvPr>
        <cdr:cNvSpPr txBox="1"/>
      </cdr:nvSpPr>
      <cdr:spPr>
        <a:xfrm xmlns:a="http://schemas.openxmlformats.org/drawingml/2006/main">
          <a:off x="3061098" y="845345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de-DE" sz="1100"/>
            <a:t>105, 56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F9D9F-9426-C2D9-17AC-A0A03688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68C510-D06A-8849-6249-592D62935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C2DC11-50FC-7472-9702-DD961505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6535EB-5173-515F-E91A-CFC0D8EC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F9C994-A1F4-CAA9-5913-615B3DEC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34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31885-1E54-F9A9-CE32-5DC8A292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AAC5E-7EF7-2A6A-3251-4D977EA6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3192F0-3511-2694-CF95-9B95B94D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7583B9-AFD7-8DEF-968D-7C78EDE7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CE2795-4CE0-B8F4-16B7-C7E3F293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44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05E21-264F-1BC8-8DE6-22174C1C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DCD3C3-24BA-A0CA-A416-41B5FD0E0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AE2793-E37A-DEF8-4DB7-92CD5DE5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CA5458-7F2E-9202-6EB2-82465C60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E21A7-1E0D-9B62-4E17-838885FC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061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3A735-3AFE-39B5-46A4-8BB8466E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67C311-7203-AEC3-5DF6-4D45237E1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FB476E-4762-E1D5-804D-C27CAAA22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C7DCEC-1278-5EA2-82EF-9A78A94F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7A6A7D-9D8F-3900-2F6C-E795388C4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D6628F-A577-BB10-7EF4-759FEA8C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14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8D10AD-E2E6-D464-8400-2F292E98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CE9A05-E637-9826-FDBE-1CB609F7E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A1D7A9-8142-0366-6858-CFD8AA7C4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571DAD-CEF7-5908-8504-CFFAD291A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E1B412F-F1E9-F59D-3EA8-8C9418C52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CEA06D-BCD8-E0C3-9C34-C3590A9B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B2A93C-9951-C531-6146-53BE8C206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BD1EF0-3C43-D09F-28B0-A60BD73A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96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A9C3E-E752-6BD6-4CF0-8560656B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512BBA-622B-A644-08AA-D86F9279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49308F-1FCD-BF07-60DA-5BFB262A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B6969E-F864-BE37-F86D-1DE90D84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42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7E0D94C-E541-6EEA-0711-4A9E6D8B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7BA11C3-7B03-3408-509E-BC15A4F6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CD05E7-C705-B2D4-0605-55AA402DA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04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908B8-FE36-EBEF-7755-F6C0C923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0A2C6-8C94-5C81-602B-52EC22D13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E86A50-3EAA-E7C7-6EE1-F36C1D28D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882134-CEE3-9986-F35F-15A25FAF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5A94A8-1F88-8320-B84A-FCC997B7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64C59E-FF10-724C-0D80-C06BFE88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29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58ED16-4C49-52A2-9E91-9924B2B88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68A4679-B651-46D7-E1A0-F34C1CC48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71EB64-580C-B55E-A5E2-98F7B99CE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55EB9D-0B4A-F730-BF73-36D62316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079415-0260-DC3E-655E-33D215A6F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58948A-85AE-7D31-CED4-981C431F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2631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9C03EE-C832-606D-D379-02447E15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09D4E4-8DFA-7A79-6439-4FE6C105B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12F379-5FC2-998E-586B-1EB297AF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434507-4CA5-E2C2-E95B-3FCAA32B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B96303-AE51-22A4-1162-4EE54D00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460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7BD38BA-38E9-F540-6AD1-DCD3F198C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A6A62A-B01A-95DE-A370-25E3F8765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F76FF2-2DC5-F449-8DA8-36A536C0D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F5F1D7-A160-C744-2730-AADFE6B7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901529-94EE-58A2-F297-87785EA0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92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9A4A4EF-4D04-C800-A33A-5E7024FD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D67D7-1A3C-270F-FC7C-762635FF5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00C389-E09B-3AFE-D4C8-EAD4073C6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D8B7A-C7A0-4B2E-B5B3-E2C0089176E4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4973DC-D260-9E88-A44D-C94A7C0C7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357FBD-9B65-FC4C-168F-3F2BBA8F7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4619E-5707-48C4-BF08-DCED6BB772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964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D0C565EA-4DF7-514E-E500-6D072B57FB7D}"/>
              </a:ext>
            </a:extLst>
          </p:cNvPr>
          <p:cNvGrpSpPr/>
          <p:nvPr/>
        </p:nvGrpSpPr>
        <p:grpSpPr>
          <a:xfrm>
            <a:off x="4234132" y="846253"/>
            <a:ext cx="3723736" cy="5165495"/>
            <a:chOff x="4234132" y="552091"/>
            <a:chExt cx="3723736" cy="5165495"/>
          </a:xfrm>
        </p:grpSpPr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512CFE0B-6F0F-2DF6-AACD-4F9C6EE47F76}"/>
                </a:ext>
              </a:extLst>
            </p:cNvPr>
            <p:cNvGrpSpPr/>
            <p:nvPr/>
          </p:nvGrpSpPr>
          <p:grpSpPr>
            <a:xfrm>
              <a:off x="4234132" y="552091"/>
              <a:ext cx="3723736" cy="5165495"/>
              <a:chOff x="603849" y="552091"/>
              <a:chExt cx="3723736" cy="5165495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ECD860A5-DA79-DBFB-738D-96B21AE52D4F}"/>
                  </a:ext>
                </a:extLst>
              </p:cNvPr>
              <p:cNvSpPr/>
              <p:nvPr/>
            </p:nvSpPr>
            <p:spPr>
              <a:xfrm>
                <a:off x="603849" y="552091"/>
                <a:ext cx="327804" cy="335567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20A08698-8CCC-1FED-33FE-C40EF7928B3E}"/>
                  </a:ext>
                </a:extLst>
              </p:cNvPr>
              <p:cNvSpPr/>
              <p:nvPr/>
            </p:nvSpPr>
            <p:spPr>
              <a:xfrm>
                <a:off x="3999781" y="552091"/>
                <a:ext cx="327804" cy="335567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1" name="Gruppieren 20">
                <a:extLst>
                  <a:ext uri="{FF2B5EF4-FFF2-40B4-BE49-F238E27FC236}">
                    <a16:creationId xmlns:a16="http://schemas.microsoft.com/office/drawing/2014/main" id="{B36D9C85-7BC9-F2AA-CB75-41AABB50DB9A}"/>
                  </a:ext>
                </a:extLst>
              </p:cNvPr>
              <p:cNvGrpSpPr/>
              <p:nvPr/>
            </p:nvGrpSpPr>
            <p:grpSpPr>
              <a:xfrm>
                <a:off x="1396039" y="3345321"/>
                <a:ext cx="2139351" cy="2372265"/>
                <a:chOff x="3164456" y="4123426"/>
                <a:chExt cx="2139351" cy="2372265"/>
              </a:xfrm>
            </p:grpSpPr>
            <p:sp>
              <p:nvSpPr>
                <p:cNvPr id="8" name="Rechteck 7">
                  <a:extLst>
                    <a:ext uri="{FF2B5EF4-FFF2-40B4-BE49-F238E27FC236}">
                      <a16:creationId xmlns:a16="http://schemas.microsoft.com/office/drawing/2014/main" id="{FBD8BF83-934E-1B27-3A0E-A67A7BF73479}"/>
                    </a:ext>
                  </a:extLst>
                </p:cNvPr>
                <p:cNvSpPr/>
                <p:nvPr/>
              </p:nvSpPr>
              <p:spPr>
                <a:xfrm>
                  <a:off x="3164456" y="4123426"/>
                  <a:ext cx="2139351" cy="3623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" name="Rechteck 8">
                  <a:extLst>
                    <a:ext uri="{FF2B5EF4-FFF2-40B4-BE49-F238E27FC236}">
                      <a16:creationId xmlns:a16="http://schemas.microsoft.com/office/drawing/2014/main" id="{7A6D6058-FF82-4F4E-AB07-B9FB028B5F27}"/>
                    </a:ext>
                  </a:extLst>
                </p:cNvPr>
                <p:cNvSpPr/>
                <p:nvPr/>
              </p:nvSpPr>
              <p:spPr>
                <a:xfrm>
                  <a:off x="3164456" y="4684143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" name="Rechteck 9">
                  <a:extLst>
                    <a:ext uri="{FF2B5EF4-FFF2-40B4-BE49-F238E27FC236}">
                      <a16:creationId xmlns:a16="http://schemas.microsoft.com/office/drawing/2014/main" id="{D47024B1-7F88-97AE-1F5B-21CFAC22076E}"/>
                    </a:ext>
                  </a:extLst>
                </p:cNvPr>
                <p:cNvSpPr/>
                <p:nvPr/>
              </p:nvSpPr>
              <p:spPr>
                <a:xfrm>
                  <a:off x="4948686" y="4684143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" name="Rechteck 10">
                  <a:extLst>
                    <a:ext uri="{FF2B5EF4-FFF2-40B4-BE49-F238E27FC236}">
                      <a16:creationId xmlns:a16="http://schemas.microsoft.com/office/drawing/2014/main" id="{4BDF05E5-A4AD-078F-FBF8-67AEA13F6A22}"/>
                    </a:ext>
                  </a:extLst>
                </p:cNvPr>
                <p:cNvSpPr/>
                <p:nvPr/>
              </p:nvSpPr>
              <p:spPr>
                <a:xfrm>
                  <a:off x="3697855" y="4485736"/>
                  <a:ext cx="1017917" cy="200995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2" name="Rechteck 11">
                  <a:extLst>
                    <a:ext uri="{FF2B5EF4-FFF2-40B4-BE49-F238E27FC236}">
                      <a16:creationId xmlns:a16="http://schemas.microsoft.com/office/drawing/2014/main" id="{CB0A6327-5F15-426A-59ED-3041D4E92941}"/>
                    </a:ext>
                  </a:extLst>
                </p:cNvPr>
                <p:cNvSpPr/>
                <p:nvPr/>
              </p:nvSpPr>
              <p:spPr>
                <a:xfrm>
                  <a:off x="3519578" y="4912743"/>
                  <a:ext cx="1429108" cy="2070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13" name="Rechteck 12">
                  <a:extLst>
                    <a:ext uri="{FF2B5EF4-FFF2-40B4-BE49-F238E27FC236}">
                      <a16:creationId xmlns:a16="http://schemas.microsoft.com/office/drawing/2014/main" id="{DB1A4D11-6074-D4DB-501A-FB5F6247BC01}"/>
                    </a:ext>
                  </a:extLst>
                </p:cNvPr>
                <p:cNvSpPr/>
                <p:nvPr/>
              </p:nvSpPr>
              <p:spPr>
                <a:xfrm>
                  <a:off x="3164456" y="5772509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953BC6A2-36B5-0E31-1DC5-CBD96261286F}"/>
                    </a:ext>
                  </a:extLst>
                </p:cNvPr>
                <p:cNvSpPr/>
                <p:nvPr/>
              </p:nvSpPr>
              <p:spPr>
                <a:xfrm>
                  <a:off x="4948686" y="5772509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" name="Rechteck 14">
                  <a:extLst>
                    <a:ext uri="{FF2B5EF4-FFF2-40B4-BE49-F238E27FC236}">
                      <a16:creationId xmlns:a16="http://schemas.microsoft.com/office/drawing/2014/main" id="{ED629DA7-094F-5C02-C6C6-A51582E66C5D}"/>
                    </a:ext>
                  </a:extLst>
                </p:cNvPr>
                <p:cNvSpPr/>
                <p:nvPr/>
              </p:nvSpPr>
              <p:spPr>
                <a:xfrm>
                  <a:off x="3519578" y="6001109"/>
                  <a:ext cx="1429108" cy="2070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6" name="Rechteck 15">
                  <a:extLst>
                    <a:ext uri="{FF2B5EF4-FFF2-40B4-BE49-F238E27FC236}">
                      <a16:creationId xmlns:a16="http://schemas.microsoft.com/office/drawing/2014/main" id="{B40F0A3E-FC17-043E-8FE2-A8295033EFC2}"/>
                    </a:ext>
                  </a:extLst>
                </p:cNvPr>
                <p:cNvSpPr/>
                <p:nvPr/>
              </p:nvSpPr>
              <p:spPr>
                <a:xfrm>
                  <a:off x="3706480" y="5145656"/>
                  <a:ext cx="1007311" cy="56790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7" name="Rechteck 16">
                  <a:extLst>
                    <a:ext uri="{FF2B5EF4-FFF2-40B4-BE49-F238E27FC236}">
                      <a16:creationId xmlns:a16="http://schemas.microsoft.com/office/drawing/2014/main" id="{37C1EBB1-82E4-0433-B124-B54E4D07A8FE}"/>
                    </a:ext>
                  </a:extLst>
                </p:cNvPr>
                <p:cNvSpPr/>
                <p:nvPr/>
              </p:nvSpPr>
              <p:spPr>
                <a:xfrm>
                  <a:off x="3706480" y="5779697"/>
                  <a:ext cx="1007311" cy="3033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8" name="Rechteck 17">
                  <a:extLst>
                    <a:ext uri="{FF2B5EF4-FFF2-40B4-BE49-F238E27FC236}">
                      <a16:creationId xmlns:a16="http://schemas.microsoft.com/office/drawing/2014/main" id="{EF2206EB-FD24-B93A-293C-B4EBC45DF9D5}"/>
                    </a:ext>
                  </a:extLst>
                </p:cNvPr>
                <p:cNvSpPr/>
                <p:nvPr/>
              </p:nvSpPr>
              <p:spPr>
                <a:xfrm>
                  <a:off x="3918545" y="6121877"/>
                  <a:ext cx="565927" cy="33211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9" name="Rechteck 18">
                  <a:extLst>
                    <a:ext uri="{FF2B5EF4-FFF2-40B4-BE49-F238E27FC236}">
                      <a16:creationId xmlns:a16="http://schemas.microsoft.com/office/drawing/2014/main" id="{6E383EE3-7956-425C-B10E-59A9F452C7C4}"/>
                    </a:ext>
                  </a:extLst>
                </p:cNvPr>
                <p:cNvSpPr/>
                <p:nvPr/>
              </p:nvSpPr>
              <p:spPr>
                <a:xfrm>
                  <a:off x="3911804" y="4531023"/>
                  <a:ext cx="596662" cy="7763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" name="Rechteck 19">
                  <a:extLst>
                    <a:ext uri="{FF2B5EF4-FFF2-40B4-BE49-F238E27FC236}">
                      <a16:creationId xmlns:a16="http://schemas.microsoft.com/office/drawing/2014/main" id="{19F1429E-BF78-199B-E070-6045495C360C}"/>
                    </a:ext>
                  </a:extLst>
                </p:cNvPr>
                <p:cNvSpPr/>
                <p:nvPr/>
              </p:nvSpPr>
              <p:spPr>
                <a:xfrm>
                  <a:off x="4037606" y="4298110"/>
                  <a:ext cx="327804" cy="23722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3F94B5A2-9303-54D9-89F9-1547595866BE}"/>
                  </a:ext>
                </a:extLst>
              </p:cNvPr>
              <p:cNvSpPr/>
              <p:nvPr/>
            </p:nvSpPr>
            <p:spPr>
              <a:xfrm>
                <a:off x="931653" y="2519056"/>
                <a:ext cx="3068128" cy="4571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8A6BC359-6575-B2A9-A8C5-140B84EDB137}"/>
                  </a:ext>
                </a:extLst>
              </p:cNvPr>
              <p:cNvSpPr/>
              <p:nvPr/>
            </p:nvSpPr>
            <p:spPr>
              <a:xfrm>
                <a:off x="2424023" y="1156948"/>
                <a:ext cx="51758" cy="2075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47" name="Multiplikationszeichen 46">
              <a:extLst>
                <a:ext uri="{FF2B5EF4-FFF2-40B4-BE49-F238E27FC236}">
                  <a16:creationId xmlns:a16="http://schemas.microsoft.com/office/drawing/2014/main" id="{7E66FCB7-DF8A-5814-021F-4333C72A4888}"/>
                </a:ext>
              </a:extLst>
            </p:cNvPr>
            <p:cNvSpPr/>
            <p:nvPr/>
          </p:nvSpPr>
          <p:spPr>
            <a:xfrm>
              <a:off x="5903018" y="2369881"/>
              <a:ext cx="354334" cy="344067"/>
            </a:xfrm>
            <a:prstGeom prst="mathMultiply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81010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7CCCF1B-FDB6-0146-644A-0DF92641935A}"/>
              </a:ext>
            </a:extLst>
          </p:cNvPr>
          <p:cNvGrpSpPr/>
          <p:nvPr/>
        </p:nvGrpSpPr>
        <p:grpSpPr>
          <a:xfrm>
            <a:off x="4012721" y="846253"/>
            <a:ext cx="4166559" cy="5165495"/>
            <a:chOff x="6123758" y="550363"/>
            <a:chExt cx="4166559" cy="5165495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300E501-0981-3EF9-32BD-FD020C1FD9AA}"/>
                </a:ext>
              </a:extLst>
            </p:cNvPr>
            <p:cNvSpPr/>
            <p:nvPr/>
          </p:nvSpPr>
          <p:spPr>
            <a:xfrm>
              <a:off x="6345171" y="550363"/>
              <a:ext cx="327804" cy="33556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57C9A24-DCDD-FE84-E1BD-BF5EE97099C1}"/>
                </a:ext>
              </a:extLst>
            </p:cNvPr>
            <p:cNvSpPr/>
            <p:nvPr/>
          </p:nvSpPr>
          <p:spPr>
            <a:xfrm>
              <a:off x="9741103" y="550363"/>
              <a:ext cx="327804" cy="33556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4A4A8000-03EE-5F5D-CBCD-9DECAE15D39E}"/>
                </a:ext>
              </a:extLst>
            </p:cNvPr>
            <p:cNvGrpSpPr/>
            <p:nvPr/>
          </p:nvGrpSpPr>
          <p:grpSpPr>
            <a:xfrm rot="20900348">
              <a:off x="6123758" y="2517185"/>
              <a:ext cx="4166559" cy="3198673"/>
              <a:chOff x="6123758" y="2517185"/>
              <a:chExt cx="4166559" cy="3198673"/>
            </a:xfrm>
          </p:grpSpPr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1476C447-96F8-085F-3A65-01B0EB32913E}"/>
                  </a:ext>
                </a:extLst>
              </p:cNvPr>
              <p:cNvGrpSpPr/>
              <p:nvPr/>
            </p:nvGrpSpPr>
            <p:grpSpPr>
              <a:xfrm>
                <a:off x="7137361" y="3343593"/>
                <a:ext cx="2139351" cy="2372265"/>
                <a:chOff x="3164456" y="4123426"/>
                <a:chExt cx="2139351" cy="2372265"/>
              </a:xfrm>
            </p:grpSpPr>
            <p:sp>
              <p:nvSpPr>
                <p:cNvPr id="27" name="Rechteck 26">
                  <a:extLst>
                    <a:ext uri="{FF2B5EF4-FFF2-40B4-BE49-F238E27FC236}">
                      <a16:creationId xmlns:a16="http://schemas.microsoft.com/office/drawing/2014/main" id="{A75E12BF-5CBC-D060-E233-9E29EE472445}"/>
                    </a:ext>
                  </a:extLst>
                </p:cNvPr>
                <p:cNvSpPr/>
                <p:nvPr/>
              </p:nvSpPr>
              <p:spPr>
                <a:xfrm>
                  <a:off x="3164456" y="4123426"/>
                  <a:ext cx="2139351" cy="3623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8" name="Rechteck 27">
                  <a:extLst>
                    <a:ext uri="{FF2B5EF4-FFF2-40B4-BE49-F238E27FC236}">
                      <a16:creationId xmlns:a16="http://schemas.microsoft.com/office/drawing/2014/main" id="{953DFB16-9153-D89A-B146-51BE9061164C}"/>
                    </a:ext>
                  </a:extLst>
                </p:cNvPr>
                <p:cNvSpPr/>
                <p:nvPr/>
              </p:nvSpPr>
              <p:spPr>
                <a:xfrm>
                  <a:off x="3164456" y="4684143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9" name="Rechteck 28">
                  <a:extLst>
                    <a:ext uri="{FF2B5EF4-FFF2-40B4-BE49-F238E27FC236}">
                      <a16:creationId xmlns:a16="http://schemas.microsoft.com/office/drawing/2014/main" id="{CD039EAE-2652-5D46-029F-45041D724F36}"/>
                    </a:ext>
                  </a:extLst>
                </p:cNvPr>
                <p:cNvSpPr/>
                <p:nvPr/>
              </p:nvSpPr>
              <p:spPr>
                <a:xfrm>
                  <a:off x="4948686" y="4684143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0" name="Rechteck 29">
                  <a:extLst>
                    <a:ext uri="{FF2B5EF4-FFF2-40B4-BE49-F238E27FC236}">
                      <a16:creationId xmlns:a16="http://schemas.microsoft.com/office/drawing/2014/main" id="{28DAFF39-2299-A064-C3E5-402993F90F49}"/>
                    </a:ext>
                  </a:extLst>
                </p:cNvPr>
                <p:cNvSpPr/>
                <p:nvPr/>
              </p:nvSpPr>
              <p:spPr>
                <a:xfrm>
                  <a:off x="3697855" y="4485736"/>
                  <a:ext cx="1017917" cy="200995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1" name="Rechteck 30">
                  <a:extLst>
                    <a:ext uri="{FF2B5EF4-FFF2-40B4-BE49-F238E27FC236}">
                      <a16:creationId xmlns:a16="http://schemas.microsoft.com/office/drawing/2014/main" id="{F38A15F0-B0FD-6A63-FFCD-B1D558000A60}"/>
                    </a:ext>
                  </a:extLst>
                </p:cNvPr>
                <p:cNvSpPr/>
                <p:nvPr/>
              </p:nvSpPr>
              <p:spPr>
                <a:xfrm>
                  <a:off x="3519578" y="4912743"/>
                  <a:ext cx="1429108" cy="2070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32" name="Rechteck 31">
                  <a:extLst>
                    <a:ext uri="{FF2B5EF4-FFF2-40B4-BE49-F238E27FC236}">
                      <a16:creationId xmlns:a16="http://schemas.microsoft.com/office/drawing/2014/main" id="{B6D8AB89-66F5-6A3B-28CC-62496C000E19}"/>
                    </a:ext>
                  </a:extLst>
                </p:cNvPr>
                <p:cNvSpPr/>
                <p:nvPr/>
              </p:nvSpPr>
              <p:spPr>
                <a:xfrm>
                  <a:off x="3164456" y="5772509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3" name="Rechteck 32">
                  <a:extLst>
                    <a:ext uri="{FF2B5EF4-FFF2-40B4-BE49-F238E27FC236}">
                      <a16:creationId xmlns:a16="http://schemas.microsoft.com/office/drawing/2014/main" id="{0DC3C49D-EA20-096E-4C3F-20953FD21932}"/>
                    </a:ext>
                  </a:extLst>
                </p:cNvPr>
                <p:cNvSpPr/>
                <p:nvPr/>
              </p:nvSpPr>
              <p:spPr>
                <a:xfrm>
                  <a:off x="4948686" y="5772509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" name="Rechteck 33">
                  <a:extLst>
                    <a:ext uri="{FF2B5EF4-FFF2-40B4-BE49-F238E27FC236}">
                      <a16:creationId xmlns:a16="http://schemas.microsoft.com/office/drawing/2014/main" id="{3111D3F5-B597-745F-B0F9-AF784F386B4E}"/>
                    </a:ext>
                  </a:extLst>
                </p:cNvPr>
                <p:cNvSpPr/>
                <p:nvPr/>
              </p:nvSpPr>
              <p:spPr>
                <a:xfrm>
                  <a:off x="3519578" y="6001109"/>
                  <a:ext cx="1429108" cy="2070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5" name="Rechteck 34">
                  <a:extLst>
                    <a:ext uri="{FF2B5EF4-FFF2-40B4-BE49-F238E27FC236}">
                      <a16:creationId xmlns:a16="http://schemas.microsoft.com/office/drawing/2014/main" id="{5A36CD8A-1042-49D2-5876-E2CD64AA02A3}"/>
                    </a:ext>
                  </a:extLst>
                </p:cNvPr>
                <p:cNvSpPr/>
                <p:nvPr/>
              </p:nvSpPr>
              <p:spPr>
                <a:xfrm>
                  <a:off x="3706480" y="5145656"/>
                  <a:ext cx="1007311" cy="56790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6" name="Rechteck 35">
                  <a:extLst>
                    <a:ext uri="{FF2B5EF4-FFF2-40B4-BE49-F238E27FC236}">
                      <a16:creationId xmlns:a16="http://schemas.microsoft.com/office/drawing/2014/main" id="{AF834DEC-862C-2FBF-0D93-2FD8D5C8F44C}"/>
                    </a:ext>
                  </a:extLst>
                </p:cNvPr>
                <p:cNvSpPr/>
                <p:nvPr/>
              </p:nvSpPr>
              <p:spPr>
                <a:xfrm>
                  <a:off x="3706480" y="5779697"/>
                  <a:ext cx="1007311" cy="3033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7" name="Rechteck 36">
                  <a:extLst>
                    <a:ext uri="{FF2B5EF4-FFF2-40B4-BE49-F238E27FC236}">
                      <a16:creationId xmlns:a16="http://schemas.microsoft.com/office/drawing/2014/main" id="{BC317E89-013D-0CB0-F16D-C7C27DA2A92D}"/>
                    </a:ext>
                  </a:extLst>
                </p:cNvPr>
                <p:cNvSpPr/>
                <p:nvPr/>
              </p:nvSpPr>
              <p:spPr>
                <a:xfrm>
                  <a:off x="3918545" y="6121877"/>
                  <a:ext cx="565927" cy="33211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8" name="Rechteck 37">
                  <a:extLst>
                    <a:ext uri="{FF2B5EF4-FFF2-40B4-BE49-F238E27FC236}">
                      <a16:creationId xmlns:a16="http://schemas.microsoft.com/office/drawing/2014/main" id="{84AE2332-B0BC-DC50-3438-44EF77F8FE5B}"/>
                    </a:ext>
                  </a:extLst>
                </p:cNvPr>
                <p:cNvSpPr/>
                <p:nvPr/>
              </p:nvSpPr>
              <p:spPr>
                <a:xfrm>
                  <a:off x="3911804" y="4531023"/>
                  <a:ext cx="596662" cy="7763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2FDEC0CB-7575-0AB1-1B6E-CC762F71A436}"/>
                    </a:ext>
                  </a:extLst>
                </p:cNvPr>
                <p:cNvSpPr/>
                <p:nvPr/>
              </p:nvSpPr>
              <p:spPr>
                <a:xfrm>
                  <a:off x="4037606" y="4298110"/>
                  <a:ext cx="327804" cy="23722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1EFEC2A7-BB3A-442A-FA1C-E54BD4897196}"/>
                  </a:ext>
                </a:extLst>
              </p:cNvPr>
              <p:cNvSpPr/>
              <p:nvPr/>
            </p:nvSpPr>
            <p:spPr>
              <a:xfrm>
                <a:off x="6123758" y="2517185"/>
                <a:ext cx="4166559" cy="4571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A1C9D86-903C-741E-24C9-E4EBDD1CFA14}"/>
                </a:ext>
              </a:extLst>
            </p:cNvPr>
            <p:cNvSpPr/>
            <p:nvPr/>
          </p:nvSpPr>
          <p:spPr>
            <a:xfrm>
              <a:off x="8165345" y="1155220"/>
              <a:ext cx="51758" cy="207550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00"/>
                </a:solidFill>
              </a:endParaRPr>
            </a:p>
          </p:txBody>
        </p:sp>
      </p:grpSp>
      <p:sp>
        <p:nvSpPr>
          <p:cNvPr id="3" name="Multiplikationszeichen 2">
            <a:extLst>
              <a:ext uri="{FF2B5EF4-FFF2-40B4-BE49-F238E27FC236}">
                <a16:creationId xmlns:a16="http://schemas.microsoft.com/office/drawing/2014/main" id="{55C9FB36-6553-F2A0-A773-921B0265E9F9}"/>
              </a:ext>
            </a:extLst>
          </p:cNvPr>
          <p:cNvSpPr/>
          <p:nvPr/>
        </p:nvSpPr>
        <p:spPr>
          <a:xfrm>
            <a:off x="6106066" y="2585032"/>
            <a:ext cx="354334" cy="344067"/>
          </a:xfrm>
          <a:prstGeom prst="mathMultiply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14A8CED-4D10-B7A3-9B90-6951DF12777E}"/>
              </a:ext>
            </a:extLst>
          </p:cNvPr>
          <p:cNvCxnSpPr/>
          <p:nvPr/>
        </p:nvCxnSpPr>
        <p:spPr>
          <a:xfrm>
            <a:off x="4561938" y="3264693"/>
            <a:ext cx="0" cy="176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E3F825A3-86C6-416C-9CE4-AF83EFEDE291}"/>
              </a:ext>
            </a:extLst>
          </p:cNvPr>
          <p:cNvCxnSpPr>
            <a:cxnSpLocks/>
          </p:cNvCxnSpPr>
          <p:nvPr/>
        </p:nvCxnSpPr>
        <p:spPr>
          <a:xfrm flipH="1">
            <a:off x="4561938" y="3081338"/>
            <a:ext cx="21968" cy="171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8781A90-0AB6-0666-CD91-A30AE69D5226}"/>
              </a:ext>
            </a:extLst>
          </p:cNvPr>
          <p:cNvCxnSpPr>
            <a:cxnSpLocks/>
          </p:cNvCxnSpPr>
          <p:nvPr/>
        </p:nvCxnSpPr>
        <p:spPr>
          <a:xfrm>
            <a:off x="4579272" y="2929099"/>
            <a:ext cx="10984" cy="152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19EBD50-91AA-FAA0-F575-ABF3C273CB35}"/>
              </a:ext>
            </a:extLst>
          </p:cNvPr>
          <p:cNvCxnSpPr/>
          <p:nvPr/>
        </p:nvCxnSpPr>
        <p:spPr>
          <a:xfrm>
            <a:off x="4561935" y="3445656"/>
            <a:ext cx="0" cy="176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Multiplikationszeichen 48">
            <a:extLst>
              <a:ext uri="{FF2B5EF4-FFF2-40B4-BE49-F238E27FC236}">
                <a16:creationId xmlns:a16="http://schemas.microsoft.com/office/drawing/2014/main" id="{368D49C0-33F4-C49B-F396-D40FF5ECF007}"/>
              </a:ext>
            </a:extLst>
          </p:cNvPr>
          <p:cNvSpPr/>
          <p:nvPr/>
        </p:nvSpPr>
        <p:spPr>
          <a:xfrm>
            <a:off x="8714545" y="1701547"/>
            <a:ext cx="354334" cy="344067"/>
          </a:xfrm>
          <a:prstGeom prst="mathMultiply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E8421DE-6D2D-000D-8BBE-95096B3E9BC1}"/>
              </a:ext>
            </a:extLst>
          </p:cNvPr>
          <p:cNvSpPr txBox="1"/>
          <p:nvPr/>
        </p:nvSpPr>
        <p:spPr>
          <a:xfrm rot="20726756">
            <a:off x="5493291" y="2419776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16cm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A4F951A-E8BD-E0EE-2435-AE5F93A08CC8}"/>
              </a:ext>
            </a:extLst>
          </p:cNvPr>
          <p:cNvSpPr/>
          <p:nvPr/>
        </p:nvSpPr>
        <p:spPr>
          <a:xfrm>
            <a:off x="4561935" y="2261734"/>
            <a:ext cx="3068129" cy="577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CCA502E-662D-586A-4F07-9F8F4A3E528E}"/>
              </a:ext>
            </a:extLst>
          </p:cNvPr>
          <p:cNvSpPr txBox="1"/>
          <p:nvPr/>
        </p:nvSpPr>
        <p:spPr>
          <a:xfrm>
            <a:off x="5679044" y="1934223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15cm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B02A0315-7831-A970-8F88-C1FE57A18FC6}"/>
              </a:ext>
            </a:extLst>
          </p:cNvPr>
          <p:cNvSpPr/>
          <p:nvPr/>
        </p:nvSpPr>
        <p:spPr>
          <a:xfrm rot="15564532">
            <a:off x="5391575" y="3341561"/>
            <a:ext cx="899022" cy="54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0D6B93CD-7BC8-FA2F-486E-B019FB21D9C9}"/>
              </a:ext>
            </a:extLst>
          </p:cNvPr>
          <p:cNvSpPr/>
          <p:nvPr/>
        </p:nvSpPr>
        <p:spPr>
          <a:xfrm rot="20900348">
            <a:off x="3646423" y="1664583"/>
            <a:ext cx="4166559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A40290A-4362-6AB1-2107-1BAD4A82D45E}"/>
              </a:ext>
            </a:extLst>
          </p:cNvPr>
          <p:cNvSpPr txBox="1"/>
          <p:nvPr/>
        </p:nvSpPr>
        <p:spPr>
          <a:xfrm rot="20726756">
            <a:off x="5382512" y="1243839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16cm</a:t>
            </a:r>
          </a:p>
        </p:txBody>
      </p:sp>
    </p:spTree>
    <p:extLst>
      <p:ext uri="{BB962C8B-B14F-4D97-AF65-F5344CB8AC3E}">
        <p14:creationId xmlns:p14="http://schemas.microsoft.com/office/powerpoint/2010/main" val="367955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E300E501-0981-3EF9-32BD-FD020C1FD9AA}"/>
              </a:ext>
            </a:extLst>
          </p:cNvPr>
          <p:cNvSpPr/>
          <p:nvPr/>
        </p:nvSpPr>
        <p:spPr>
          <a:xfrm>
            <a:off x="4234134" y="846253"/>
            <a:ext cx="327804" cy="3355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57C9A24-DCDD-FE84-E1BD-BF5EE97099C1}"/>
              </a:ext>
            </a:extLst>
          </p:cNvPr>
          <p:cNvSpPr/>
          <p:nvPr/>
        </p:nvSpPr>
        <p:spPr>
          <a:xfrm>
            <a:off x="7630066" y="846253"/>
            <a:ext cx="327804" cy="3355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1476C447-96F8-085F-3A65-01B0EB32913E}"/>
              </a:ext>
            </a:extLst>
          </p:cNvPr>
          <p:cNvGrpSpPr/>
          <p:nvPr/>
        </p:nvGrpSpPr>
        <p:grpSpPr>
          <a:xfrm rot="720000">
            <a:off x="5109840" y="3630955"/>
            <a:ext cx="2139351" cy="2372265"/>
            <a:chOff x="3164456" y="4123426"/>
            <a:chExt cx="2139351" cy="2372265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A75E12BF-5CBC-D060-E233-9E29EE472445}"/>
                </a:ext>
              </a:extLst>
            </p:cNvPr>
            <p:cNvSpPr/>
            <p:nvPr/>
          </p:nvSpPr>
          <p:spPr>
            <a:xfrm>
              <a:off x="3164456" y="4123426"/>
              <a:ext cx="2139351" cy="362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953DFB16-9153-D89A-B146-51BE9061164C}"/>
                </a:ext>
              </a:extLst>
            </p:cNvPr>
            <p:cNvSpPr/>
            <p:nvPr/>
          </p:nvSpPr>
          <p:spPr>
            <a:xfrm>
              <a:off x="3164456" y="4684143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CD039EAE-2652-5D46-029F-45041D724F36}"/>
                </a:ext>
              </a:extLst>
            </p:cNvPr>
            <p:cNvSpPr/>
            <p:nvPr/>
          </p:nvSpPr>
          <p:spPr>
            <a:xfrm>
              <a:off x="4948686" y="4684143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28DAFF39-2299-A064-C3E5-402993F90F49}"/>
                </a:ext>
              </a:extLst>
            </p:cNvPr>
            <p:cNvSpPr/>
            <p:nvPr/>
          </p:nvSpPr>
          <p:spPr>
            <a:xfrm>
              <a:off x="3697855" y="4485736"/>
              <a:ext cx="1017917" cy="20099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38A15F0-B0FD-6A63-FFCD-B1D558000A60}"/>
                </a:ext>
              </a:extLst>
            </p:cNvPr>
            <p:cNvSpPr/>
            <p:nvPr/>
          </p:nvSpPr>
          <p:spPr>
            <a:xfrm>
              <a:off x="3519578" y="4912743"/>
              <a:ext cx="1429108" cy="2070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6D8AB89-66F5-6A3B-28CC-62496C000E19}"/>
                </a:ext>
              </a:extLst>
            </p:cNvPr>
            <p:cNvSpPr/>
            <p:nvPr/>
          </p:nvSpPr>
          <p:spPr>
            <a:xfrm>
              <a:off x="3164456" y="5772509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0DC3C49D-EA20-096E-4C3F-20953FD21932}"/>
                </a:ext>
              </a:extLst>
            </p:cNvPr>
            <p:cNvSpPr/>
            <p:nvPr/>
          </p:nvSpPr>
          <p:spPr>
            <a:xfrm>
              <a:off x="4948686" y="5772509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111D3F5-B597-745F-B0F9-AF784F386B4E}"/>
                </a:ext>
              </a:extLst>
            </p:cNvPr>
            <p:cNvSpPr/>
            <p:nvPr/>
          </p:nvSpPr>
          <p:spPr>
            <a:xfrm>
              <a:off x="3519578" y="6001109"/>
              <a:ext cx="1429108" cy="2070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5A36CD8A-1042-49D2-5876-E2CD64AA02A3}"/>
                </a:ext>
              </a:extLst>
            </p:cNvPr>
            <p:cNvSpPr/>
            <p:nvPr/>
          </p:nvSpPr>
          <p:spPr>
            <a:xfrm>
              <a:off x="3706480" y="5145656"/>
              <a:ext cx="1007311" cy="56790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AF834DEC-862C-2FBF-0D93-2FD8D5C8F44C}"/>
                </a:ext>
              </a:extLst>
            </p:cNvPr>
            <p:cNvSpPr/>
            <p:nvPr/>
          </p:nvSpPr>
          <p:spPr>
            <a:xfrm>
              <a:off x="3706480" y="5779697"/>
              <a:ext cx="1007311" cy="3033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BC317E89-013D-0CB0-F16D-C7C27DA2A92D}"/>
                </a:ext>
              </a:extLst>
            </p:cNvPr>
            <p:cNvSpPr/>
            <p:nvPr/>
          </p:nvSpPr>
          <p:spPr>
            <a:xfrm>
              <a:off x="3918545" y="6121877"/>
              <a:ext cx="565927" cy="3321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84AE2332-B0BC-DC50-3438-44EF77F8FE5B}"/>
                </a:ext>
              </a:extLst>
            </p:cNvPr>
            <p:cNvSpPr/>
            <p:nvPr/>
          </p:nvSpPr>
          <p:spPr>
            <a:xfrm>
              <a:off x="3911804" y="4531023"/>
              <a:ext cx="596662" cy="77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2FDEC0CB-7575-0AB1-1B6E-CC762F71A436}"/>
                </a:ext>
              </a:extLst>
            </p:cNvPr>
            <p:cNvSpPr/>
            <p:nvPr/>
          </p:nvSpPr>
          <p:spPr>
            <a:xfrm>
              <a:off x="4037606" y="4298110"/>
              <a:ext cx="327804" cy="2372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0" name="Rechteck 39">
            <a:extLst>
              <a:ext uri="{FF2B5EF4-FFF2-40B4-BE49-F238E27FC236}">
                <a16:creationId xmlns:a16="http://schemas.microsoft.com/office/drawing/2014/main" id="{1EFEC2A7-BB3A-442A-FA1C-E54BD4897196}"/>
              </a:ext>
            </a:extLst>
          </p:cNvPr>
          <p:cNvSpPr/>
          <p:nvPr/>
        </p:nvSpPr>
        <p:spPr>
          <a:xfrm rot="720000">
            <a:off x="3691624" y="2869045"/>
            <a:ext cx="43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A1C9D86-903C-741E-24C9-E4EBDD1CFA14}"/>
              </a:ext>
            </a:extLst>
          </p:cNvPr>
          <p:cNvSpPr/>
          <p:nvPr/>
        </p:nvSpPr>
        <p:spPr>
          <a:xfrm>
            <a:off x="6054308" y="1451110"/>
            <a:ext cx="51758" cy="20755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FF00"/>
              </a:solidFill>
            </a:endParaRPr>
          </a:p>
        </p:txBody>
      </p:sp>
      <p:sp>
        <p:nvSpPr>
          <p:cNvPr id="3" name="Multiplikationszeichen 2">
            <a:extLst>
              <a:ext uri="{FF2B5EF4-FFF2-40B4-BE49-F238E27FC236}">
                <a16:creationId xmlns:a16="http://schemas.microsoft.com/office/drawing/2014/main" id="{55C9FB36-6553-F2A0-A773-921B0265E9F9}"/>
              </a:ext>
            </a:extLst>
          </p:cNvPr>
          <p:cNvSpPr/>
          <p:nvPr/>
        </p:nvSpPr>
        <p:spPr>
          <a:xfrm>
            <a:off x="5655384" y="2696230"/>
            <a:ext cx="354334" cy="344067"/>
          </a:xfrm>
          <a:prstGeom prst="mathMultiply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90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E300E501-0981-3EF9-32BD-FD020C1FD9AA}"/>
              </a:ext>
            </a:extLst>
          </p:cNvPr>
          <p:cNvSpPr/>
          <p:nvPr/>
        </p:nvSpPr>
        <p:spPr>
          <a:xfrm>
            <a:off x="4234134" y="846253"/>
            <a:ext cx="327804" cy="3355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57C9A24-DCDD-FE84-E1BD-BF5EE97099C1}"/>
              </a:ext>
            </a:extLst>
          </p:cNvPr>
          <p:cNvSpPr/>
          <p:nvPr/>
        </p:nvSpPr>
        <p:spPr>
          <a:xfrm>
            <a:off x="7630066" y="846253"/>
            <a:ext cx="327804" cy="3355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1476C447-96F8-085F-3A65-01B0EB32913E}"/>
              </a:ext>
            </a:extLst>
          </p:cNvPr>
          <p:cNvGrpSpPr/>
          <p:nvPr/>
        </p:nvGrpSpPr>
        <p:grpSpPr>
          <a:xfrm rot="720000">
            <a:off x="5109840" y="3630955"/>
            <a:ext cx="2139351" cy="2372265"/>
            <a:chOff x="3164456" y="4123426"/>
            <a:chExt cx="2139351" cy="2372265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A75E12BF-5CBC-D060-E233-9E29EE472445}"/>
                </a:ext>
              </a:extLst>
            </p:cNvPr>
            <p:cNvSpPr/>
            <p:nvPr/>
          </p:nvSpPr>
          <p:spPr>
            <a:xfrm>
              <a:off x="3164456" y="4123426"/>
              <a:ext cx="2139351" cy="362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953DFB16-9153-D89A-B146-51BE9061164C}"/>
                </a:ext>
              </a:extLst>
            </p:cNvPr>
            <p:cNvSpPr/>
            <p:nvPr/>
          </p:nvSpPr>
          <p:spPr>
            <a:xfrm rot="20880000">
              <a:off x="3164456" y="4684143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CD039EAE-2652-5D46-029F-45041D724F36}"/>
                </a:ext>
              </a:extLst>
            </p:cNvPr>
            <p:cNvSpPr/>
            <p:nvPr/>
          </p:nvSpPr>
          <p:spPr>
            <a:xfrm rot="20880000">
              <a:off x="4948686" y="4684143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28DAFF39-2299-A064-C3E5-402993F90F49}"/>
                </a:ext>
              </a:extLst>
            </p:cNvPr>
            <p:cNvSpPr/>
            <p:nvPr/>
          </p:nvSpPr>
          <p:spPr>
            <a:xfrm>
              <a:off x="3697855" y="4485736"/>
              <a:ext cx="1017917" cy="20099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38A15F0-B0FD-6A63-FFCD-B1D558000A60}"/>
                </a:ext>
              </a:extLst>
            </p:cNvPr>
            <p:cNvSpPr/>
            <p:nvPr/>
          </p:nvSpPr>
          <p:spPr>
            <a:xfrm>
              <a:off x="3462012" y="4932930"/>
              <a:ext cx="1548000" cy="1868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6D8AB89-66F5-6A3B-28CC-62496C000E19}"/>
                </a:ext>
              </a:extLst>
            </p:cNvPr>
            <p:cNvSpPr/>
            <p:nvPr/>
          </p:nvSpPr>
          <p:spPr>
            <a:xfrm>
              <a:off x="3164456" y="5772509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0DC3C49D-EA20-096E-4C3F-20953FD21932}"/>
                </a:ext>
              </a:extLst>
            </p:cNvPr>
            <p:cNvSpPr/>
            <p:nvPr/>
          </p:nvSpPr>
          <p:spPr>
            <a:xfrm>
              <a:off x="4948686" y="5772509"/>
              <a:ext cx="355121" cy="6642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111D3F5-B597-745F-B0F9-AF784F386B4E}"/>
                </a:ext>
              </a:extLst>
            </p:cNvPr>
            <p:cNvSpPr/>
            <p:nvPr/>
          </p:nvSpPr>
          <p:spPr>
            <a:xfrm>
              <a:off x="3519578" y="6001109"/>
              <a:ext cx="1429108" cy="2070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5A36CD8A-1042-49D2-5876-E2CD64AA02A3}"/>
                </a:ext>
              </a:extLst>
            </p:cNvPr>
            <p:cNvSpPr/>
            <p:nvPr/>
          </p:nvSpPr>
          <p:spPr>
            <a:xfrm>
              <a:off x="3706480" y="5145656"/>
              <a:ext cx="1007311" cy="56790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AF834DEC-862C-2FBF-0D93-2FD8D5C8F44C}"/>
                </a:ext>
              </a:extLst>
            </p:cNvPr>
            <p:cNvSpPr/>
            <p:nvPr/>
          </p:nvSpPr>
          <p:spPr>
            <a:xfrm>
              <a:off x="3706480" y="5779697"/>
              <a:ext cx="1007311" cy="3033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BC317E89-013D-0CB0-F16D-C7C27DA2A92D}"/>
                </a:ext>
              </a:extLst>
            </p:cNvPr>
            <p:cNvSpPr/>
            <p:nvPr/>
          </p:nvSpPr>
          <p:spPr>
            <a:xfrm>
              <a:off x="3918545" y="6121877"/>
              <a:ext cx="565927" cy="3321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84AE2332-B0BC-DC50-3438-44EF77F8FE5B}"/>
                </a:ext>
              </a:extLst>
            </p:cNvPr>
            <p:cNvSpPr/>
            <p:nvPr/>
          </p:nvSpPr>
          <p:spPr>
            <a:xfrm>
              <a:off x="3911804" y="4531023"/>
              <a:ext cx="596662" cy="77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2FDEC0CB-7575-0AB1-1B6E-CC762F71A436}"/>
                </a:ext>
              </a:extLst>
            </p:cNvPr>
            <p:cNvSpPr/>
            <p:nvPr/>
          </p:nvSpPr>
          <p:spPr>
            <a:xfrm>
              <a:off x="4037606" y="4298110"/>
              <a:ext cx="327804" cy="2372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0" name="Rechteck 39">
            <a:extLst>
              <a:ext uri="{FF2B5EF4-FFF2-40B4-BE49-F238E27FC236}">
                <a16:creationId xmlns:a16="http://schemas.microsoft.com/office/drawing/2014/main" id="{1EFEC2A7-BB3A-442A-FA1C-E54BD4897196}"/>
              </a:ext>
            </a:extLst>
          </p:cNvPr>
          <p:cNvSpPr/>
          <p:nvPr/>
        </p:nvSpPr>
        <p:spPr>
          <a:xfrm rot="720000">
            <a:off x="3691624" y="2869045"/>
            <a:ext cx="43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A1C9D86-903C-741E-24C9-E4EBDD1CFA14}"/>
              </a:ext>
            </a:extLst>
          </p:cNvPr>
          <p:cNvSpPr/>
          <p:nvPr/>
        </p:nvSpPr>
        <p:spPr>
          <a:xfrm>
            <a:off x="6054308" y="1451110"/>
            <a:ext cx="51758" cy="207550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FF00"/>
              </a:solidFill>
            </a:endParaRPr>
          </a:p>
        </p:txBody>
      </p:sp>
      <p:sp>
        <p:nvSpPr>
          <p:cNvPr id="3" name="Multiplikationszeichen 2">
            <a:extLst>
              <a:ext uri="{FF2B5EF4-FFF2-40B4-BE49-F238E27FC236}">
                <a16:creationId xmlns:a16="http://schemas.microsoft.com/office/drawing/2014/main" id="{55C9FB36-6553-F2A0-A773-921B0265E9F9}"/>
              </a:ext>
            </a:extLst>
          </p:cNvPr>
          <p:cNvSpPr/>
          <p:nvPr/>
        </p:nvSpPr>
        <p:spPr>
          <a:xfrm>
            <a:off x="5901162" y="2769657"/>
            <a:ext cx="354334" cy="344067"/>
          </a:xfrm>
          <a:prstGeom prst="mathMultiply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Bogen 1">
            <a:extLst>
              <a:ext uri="{FF2B5EF4-FFF2-40B4-BE49-F238E27FC236}">
                <a16:creationId xmlns:a16="http://schemas.microsoft.com/office/drawing/2014/main" id="{E50C63BB-6607-50EF-87AD-FD0542B9F817}"/>
              </a:ext>
            </a:extLst>
          </p:cNvPr>
          <p:cNvSpPr/>
          <p:nvPr/>
        </p:nvSpPr>
        <p:spPr>
          <a:xfrm>
            <a:off x="4200479" y="2320297"/>
            <a:ext cx="720000" cy="7200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Bogen 8">
            <a:extLst>
              <a:ext uri="{FF2B5EF4-FFF2-40B4-BE49-F238E27FC236}">
                <a16:creationId xmlns:a16="http://schemas.microsoft.com/office/drawing/2014/main" id="{79745717-79A1-8E3D-71CA-A235F839BD34}"/>
              </a:ext>
            </a:extLst>
          </p:cNvPr>
          <p:cNvSpPr/>
          <p:nvPr/>
        </p:nvSpPr>
        <p:spPr>
          <a:xfrm rot="11588661">
            <a:off x="7361183" y="2955101"/>
            <a:ext cx="720000" cy="7200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75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E659A63C-542D-5C2D-BE8A-A83592F0367D}"/>
              </a:ext>
            </a:extLst>
          </p:cNvPr>
          <p:cNvGrpSpPr/>
          <p:nvPr/>
        </p:nvGrpSpPr>
        <p:grpSpPr>
          <a:xfrm>
            <a:off x="4291837" y="843474"/>
            <a:ext cx="3608325" cy="3342025"/>
            <a:chOff x="4307514" y="843474"/>
            <a:chExt cx="3608325" cy="3342025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35B3A71D-5231-BC7F-E6CA-1F9CB3F822C7}"/>
                </a:ext>
              </a:extLst>
            </p:cNvPr>
            <p:cNvSpPr/>
            <p:nvPr/>
          </p:nvSpPr>
          <p:spPr>
            <a:xfrm rot="21364749">
              <a:off x="4307514" y="843474"/>
              <a:ext cx="701968" cy="3342025"/>
            </a:xfrm>
            <a:custGeom>
              <a:avLst/>
              <a:gdLst>
                <a:gd name="connsiteX0" fmla="*/ 64655 w 64655"/>
                <a:gd name="connsiteY0" fmla="*/ 0 h 3546763"/>
                <a:gd name="connsiteX1" fmla="*/ 0 w 64655"/>
                <a:gd name="connsiteY1" fmla="*/ 3546763 h 3546763"/>
                <a:gd name="connsiteX0" fmla="*/ 64655 w 64655"/>
                <a:gd name="connsiteY0" fmla="*/ 0 h 3546763"/>
                <a:gd name="connsiteX1" fmla="*/ 29389 w 64655"/>
                <a:gd name="connsiteY1" fmla="*/ 1893454 h 3546763"/>
                <a:gd name="connsiteX2" fmla="*/ 0 w 64655"/>
                <a:gd name="connsiteY2" fmla="*/ 3546763 h 3546763"/>
                <a:gd name="connsiteX0" fmla="*/ 64655 w 64655"/>
                <a:gd name="connsiteY0" fmla="*/ 0 h 3546763"/>
                <a:gd name="connsiteX1" fmla="*/ 45847 w 64655"/>
                <a:gd name="connsiteY1" fmla="*/ 1893454 h 3546763"/>
                <a:gd name="connsiteX2" fmla="*/ 0 w 64655"/>
                <a:gd name="connsiteY2" fmla="*/ 3546763 h 3546763"/>
                <a:gd name="connsiteX0" fmla="*/ 64655 w 64655"/>
                <a:gd name="connsiteY0" fmla="*/ 0 h 3546763"/>
                <a:gd name="connsiteX1" fmla="*/ 45847 w 64655"/>
                <a:gd name="connsiteY1" fmla="*/ 1893454 h 3546763"/>
                <a:gd name="connsiteX2" fmla="*/ 0 w 64655"/>
                <a:gd name="connsiteY2" fmla="*/ 3546763 h 3546763"/>
                <a:gd name="connsiteX0" fmla="*/ 64655 w 90887"/>
                <a:gd name="connsiteY0" fmla="*/ 0 h 3546763"/>
                <a:gd name="connsiteX1" fmla="*/ 89342 w 90887"/>
                <a:gd name="connsiteY1" fmla="*/ 1838036 h 3546763"/>
                <a:gd name="connsiteX2" fmla="*/ 0 w 90887"/>
                <a:gd name="connsiteY2" fmla="*/ 3546763 h 3546763"/>
                <a:gd name="connsiteX0" fmla="*/ 309169 w 309169"/>
                <a:gd name="connsiteY0" fmla="*/ 0 h 3306617"/>
                <a:gd name="connsiteX1" fmla="*/ 89342 w 309169"/>
                <a:gd name="connsiteY1" fmla="*/ 1597890 h 3306617"/>
                <a:gd name="connsiteX2" fmla="*/ 0 w 309169"/>
                <a:gd name="connsiteY2" fmla="*/ 3306617 h 3306617"/>
                <a:gd name="connsiteX0" fmla="*/ 132837 w 132837"/>
                <a:gd name="connsiteY0" fmla="*/ 0 h 3934690"/>
                <a:gd name="connsiteX1" fmla="*/ 89342 w 132837"/>
                <a:gd name="connsiteY1" fmla="*/ 2225963 h 3934690"/>
                <a:gd name="connsiteX2" fmla="*/ 0 w 132837"/>
                <a:gd name="connsiteY2" fmla="*/ 3934690 h 3934690"/>
                <a:gd name="connsiteX0" fmla="*/ 134155 w 134155"/>
                <a:gd name="connsiteY0" fmla="*/ 0 h 3934690"/>
                <a:gd name="connsiteX1" fmla="*/ 90660 w 134155"/>
                <a:gd name="connsiteY1" fmla="*/ 2225963 h 3934690"/>
                <a:gd name="connsiteX2" fmla="*/ 1318 w 134155"/>
                <a:gd name="connsiteY2" fmla="*/ 3934690 h 3934690"/>
                <a:gd name="connsiteX0" fmla="*/ 134155 w 195427"/>
                <a:gd name="connsiteY0" fmla="*/ 0 h 3934690"/>
                <a:gd name="connsiteX1" fmla="*/ 90660 w 195427"/>
                <a:gd name="connsiteY1" fmla="*/ 2225963 h 3934690"/>
                <a:gd name="connsiteX2" fmla="*/ 1318 w 195427"/>
                <a:gd name="connsiteY2" fmla="*/ 3934690 h 3934690"/>
                <a:gd name="connsiteX0" fmla="*/ 132837 w 194109"/>
                <a:gd name="connsiteY0" fmla="*/ 0 h 3934690"/>
                <a:gd name="connsiteX1" fmla="*/ 89342 w 194109"/>
                <a:gd name="connsiteY1" fmla="*/ 2225963 h 3934690"/>
                <a:gd name="connsiteX2" fmla="*/ 0 w 194109"/>
                <a:gd name="connsiteY2" fmla="*/ 3934690 h 3934690"/>
                <a:gd name="connsiteX0" fmla="*/ 132837 w 194109"/>
                <a:gd name="connsiteY0" fmla="*/ 0 h 3934690"/>
                <a:gd name="connsiteX1" fmla="*/ 89342 w 194109"/>
                <a:gd name="connsiteY1" fmla="*/ 2225963 h 3934690"/>
                <a:gd name="connsiteX2" fmla="*/ 0 w 194109"/>
                <a:gd name="connsiteY2" fmla="*/ 3934690 h 3934690"/>
                <a:gd name="connsiteX0" fmla="*/ 89342 w 89342"/>
                <a:gd name="connsiteY0" fmla="*/ 0 h 1708727"/>
                <a:gd name="connsiteX1" fmla="*/ 0 w 89342"/>
                <a:gd name="connsiteY1" fmla="*/ 1708727 h 170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342" h="1708727">
                  <a:moveTo>
                    <a:pt x="89342" y="0"/>
                  </a:moveTo>
                  <a:cubicBezTo>
                    <a:pt x="56034" y="1560945"/>
                    <a:pt x="21552" y="526473"/>
                    <a:pt x="0" y="1708727"/>
                  </a:cubicBezTo>
                </a:path>
              </a:pathLst>
            </a:custGeom>
            <a:solidFill>
              <a:schemeClr val="accent1"/>
            </a:solidFill>
            <a:ln w="3600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BCB0EA05-0ABC-4E7B-2C2F-18E76603DF20}"/>
                </a:ext>
              </a:extLst>
            </p:cNvPr>
            <p:cNvSpPr/>
            <p:nvPr/>
          </p:nvSpPr>
          <p:spPr>
            <a:xfrm rot="316218" flipH="1">
              <a:off x="7213871" y="847307"/>
              <a:ext cx="701968" cy="3329420"/>
            </a:xfrm>
            <a:custGeom>
              <a:avLst/>
              <a:gdLst>
                <a:gd name="connsiteX0" fmla="*/ 64655 w 64655"/>
                <a:gd name="connsiteY0" fmla="*/ 0 h 3546763"/>
                <a:gd name="connsiteX1" fmla="*/ 0 w 64655"/>
                <a:gd name="connsiteY1" fmla="*/ 3546763 h 3546763"/>
                <a:gd name="connsiteX0" fmla="*/ 64655 w 64655"/>
                <a:gd name="connsiteY0" fmla="*/ 0 h 3546763"/>
                <a:gd name="connsiteX1" fmla="*/ 29389 w 64655"/>
                <a:gd name="connsiteY1" fmla="*/ 1893454 h 3546763"/>
                <a:gd name="connsiteX2" fmla="*/ 0 w 64655"/>
                <a:gd name="connsiteY2" fmla="*/ 3546763 h 3546763"/>
                <a:gd name="connsiteX0" fmla="*/ 64655 w 64655"/>
                <a:gd name="connsiteY0" fmla="*/ 0 h 3546763"/>
                <a:gd name="connsiteX1" fmla="*/ 45847 w 64655"/>
                <a:gd name="connsiteY1" fmla="*/ 1893454 h 3546763"/>
                <a:gd name="connsiteX2" fmla="*/ 0 w 64655"/>
                <a:gd name="connsiteY2" fmla="*/ 3546763 h 3546763"/>
                <a:gd name="connsiteX0" fmla="*/ 64655 w 64655"/>
                <a:gd name="connsiteY0" fmla="*/ 0 h 3546763"/>
                <a:gd name="connsiteX1" fmla="*/ 45847 w 64655"/>
                <a:gd name="connsiteY1" fmla="*/ 1893454 h 3546763"/>
                <a:gd name="connsiteX2" fmla="*/ 0 w 64655"/>
                <a:gd name="connsiteY2" fmla="*/ 3546763 h 3546763"/>
                <a:gd name="connsiteX0" fmla="*/ 64655 w 90887"/>
                <a:gd name="connsiteY0" fmla="*/ 0 h 3546763"/>
                <a:gd name="connsiteX1" fmla="*/ 89342 w 90887"/>
                <a:gd name="connsiteY1" fmla="*/ 1838036 h 3546763"/>
                <a:gd name="connsiteX2" fmla="*/ 0 w 90887"/>
                <a:gd name="connsiteY2" fmla="*/ 3546763 h 3546763"/>
                <a:gd name="connsiteX0" fmla="*/ 309169 w 309169"/>
                <a:gd name="connsiteY0" fmla="*/ 0 h 3306617"/>
                <a:gd name="connsiteX1" fmla="*/ 89342 w 309169"/>
                <a:gd name="connsiteY1" fmla="*/ 1597890 h 3306617"/>
                <a:gd name="connsiteX2" fmla="*/ 0 w 309169"/>
                <a:gd name="connsiteY2" fmla="*/ 3306617 h 3306617"/>
                <a:gd name="connsiteX0" fmla="*/ 132837 w 132837"/>
                <a:gd name="connsiteY0" fmla="*/ 0 h 3934690"/>
                <a:gd name="connsiteX1" fmla="*/ 89342 w 132837"/>
                <a:gd name="connsiteY1" fmla="*/ 2225963 h 3934690"/>
                <a:gd name="connsiteX2" fmla="*/ 0 w 132837"/>
                <a:gd name="connsiteY2" fmla="*/ 3934690 h 3934690"/>
                <a:gd name="connsiteX0" fmla="*/ 134155 w 134155"/>
                <a:gd name="connsiteY0" fmla="*/ 0 h 3934690"/>
                <a:gd name="connsiteX1" fmla="*/ 90660 w 134155"/>
                <a:gd name="connsiteY1" fmla="*/ 2225963 h 3934690"/>
                <a:gd name="connsiteX2" fmla="*/ 1318 w 134155"/>
                <a:gd name="connsiteY2" fmla="*/ 3934690 h 3934690"/>
                <a:gd name="connsiteX0" fmla="*/ 134155 w 195427"/>
                <a:gd name="connsiteY0" fmla="*/ 0 h 3934690"/>
                <a:gd name="connsiteX1" fmla="*/ 90660 w 195427"/>
                <a:gd name="connsiteY1" fmla="*/ 2225963 h 3934690"/>
                <a:gd name="connsiteX2" fmla="*/ 1318 w 195427"/>
                <a:gd name="connsiteY2" fmla="*/ 3934690 h 3934690"/>
                <a:gd name="connsiteX0" fmla="*/ 132837 w 194109"/>
                <a:gd name="connsiteY0" fmla="*/ 0 h 3934690"/>
                <a:gd name="connsiteX1" fmla="*/ 89342 w 194109"/>
                <a:gd name="connsiteY1" fmla="*/ 2225963 h 3934690"/>
                <a:gd name="connsiteX2" fmla="*/ 0 w 194109"/>
                <a:gd name="connsiteY2" fmla="*/ 3934690 h 3934690"/>
                <a:gd name="connsiteX0" fmla="*/ 132837 w 194109"/>
                <a:gd name="connsiteY0" fmla="*/ 0 h 3934690"/>
                <a:gd name="connsiteX1" fmla="*/ 89342 w 194109"/>
                <a:gd name="connsiteY1" fmla="*/ 2225963 h 3934690"/>
                <a:gd name="connsiteX2" fmla="*/ 0 w 194109"/>
                <a:gd name="connsiteY2" fmla="*/ 3934690 h 3934690"/>
                <a:gd name="connsiteX0" fmla="*/ 89342 w 89342"/>
                <a:gd name="connsiteY0" fmla="*/ 0 h 1708727"/>
                <a:gd name="connsiteX1" fmla="*/ 0 w 89342"/>
                <a:gd name="connsiteY1" fmla="*/ 1708727 h 170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342" h="1708727">
                  <a:moveTo>
                    <a:pt x="89342" y="0"/>
                  </a:moveTo>
                  <a:cubicBezTo>
                    <a:pt x="56034" y="1560945"/>
                    <a:pt x="21552" y="526473"/>
                    <a:pt x="0" y="1708727"/>
                  </a:cubicBezTo>
                </a:path>
              </a:pathLst>
            </a:custGeom>
            <a:solidFill>
              <a:schemeClr val="accent1"/>
            </a:solidFill>
            <a:ln w="3600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3533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5B3A71D-5231-BC7F-E6CA-1F9CB3F822C7}"/>
              </a:ext>
            </a:extLst>
          </p:cNvPr>
          <p:cNvSpPr/>
          <p:nvPr/>
        </p:nvSpPr>
        <p:spPr>
          <a:xfrm rot="21364749">
            <a:off x="4289544" y="776441"/>
            <a:ext cx="257980" cy="3424333"/>
          </a:xfrm>
          <a:custGeom>
            <a:avLst/>
            <a:gdLst>
              <a:gd name="connsiteX0" fmla="*/ 64655 w 64655"/>
              <a:gd name="connsiteY0" fmla="*/ 0 h 3546763"/>
              <a:gd name="connsiteX1" fmla="*/ 0 w 64655"/>
              <a:gd name="connsiteY1" fmla="*/ 3546763 h 3546763"/>
              <a:gd name="connsiteX0" fmla="*/ 64655 w 64655"/>
              <a:gd name="connsiteY0" fmla="*/ 0 h 3546763"/>
              <a:gd name="connsiteX1" fmla="*/ 29389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90887"/>
              <a:gd name="connsiteY0" fmla="*/ 0 h 3546763"/>
              <a:gd name="connsiteX1" fmla="*/ 89342 w 90887"/>
              <a:gd name="connsiteY1" fmla="*/ 1838036 h 3546763"/>
              <a:gd name="connsiteX2" fmla="*/ 0 w 90887"/>
              <a:gd name="connsiteY2" fmla="*/ 3546763 h 3546763"/>
              <a:gd name="connsiteX0" fmla="*/ 309169 w 309169"/>
              <a:gd name="connsiteY0" fmla="*/ 0 h 3306617"/>
              <a:gd name="connsiteX1" fmla="*/ 89342 w 309169"/>
              <a:gd name="connsiteY1" fmla="*/ 1597890 h 3306617"/>
              <a:gd name="connsiteX2" fmla="*/ 0 w 309169"/>
              <a:gd name="connsiteY2" fmla="*/ 3306617 h 3306617"/>
              <a:gd name="connsiteX0" fmla="*/ 132837 w 132837"/>
              <a:gd name="connsiteY0" fmla="*/ 0 h 3934690"/>
              <a:gd name="connsiteX1" fmla="*/ 89342 w 132837"/>
              <a:gd name="connsiteY1" fmla="*/ 2225963 h 3934690"/>
              <a:gd name="connsiteX2" fmla="*/ 0 w 132837"/>
              <a:gd name="connsiteY2" fmla="*/ 3934690 h 3934690"/>
              <a:gd name="connsiteX0" fmla="*/ 134155 w 134155"/>
              <a:gd name="connsiteY0" fmla="*/ 0 h 3934690"/>
              <a:gd name="connsiteX1" fmla="*/ 90660 w 134155"/>
              <a:gd name="connsiteY1" fmla="*/ 2225963 h 3934690"/>
              <a:gd name="connsiteX2" fmla="*/ 1318 w 134155"/>
              <a:gd name="connsiteY2" fmla="*/ 3934690 h 3934690"/>
              <a:gd name="connsiteX0" fmla="*/ 134155 w 195427"/>
              <a:gd name="connsiteY0" fmla="*/ 0 h 3934690"/>
              <a:gd name="connsiteX1" fmla="*/ 90660 w 195427"/>
              <a:gd name="connsiteY1" fmla="*/ 2225963 h 3934690"/>
              <a:gd name="connsiteX2" fmla="*/ 1318 w 195427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89342 w 89342"/>
              <a:gd name="connsiteY0" fmla="*/ 0 h 1708727"/>
              <a:gd name="connsiteX1" fmla="*/ 0 w 89342"/>
              <a:gd name="connsiteY1" fmla="*/ 1708727 h 1708727"/>
              <a:gd name="connsiteX0" fmla="*/ 38311 w 38311"/>
              <a:gd name="connsiteY0" fmla="*/ 0 h 1749302"/>
              <a:gd name="connsiteX1" fmla="*/ 0 w 38311"/>
              <a:gd name="connsiteY1" fmla="*/ 1749302 h 1749302"/>
              <a:gd name="connsiteX0" fmla="*/ 32834 w 32834"/>
              <a:gd name="connsiteY0" fmla="*/ 0 h 1750810"/>
              <a:gd name="connsiteX1" fmla="*/ 0 w 32834"/>
              <a:gd name="connsiteY1" fmla="*/ 1750810 h 175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34" h="1750810">
                <a:moveTo>
                  <a:pt x="32834" y="0"/>
                </a:moveTo>
                <a:cubicBezTo>
                  <a:pt x="-474" y="1560945"/>
                  <a:pt x="21552" y="568556"/>
                  <a:pt x="0" y="1750810"/>
                </a:cubicBezTo>
              </a:path>
            </a:pathLst>
          </a:custGeom>
          <a:solidFill>
            <a:schemeClr val="accent1"/>
          </a:solidFill>
          <a:ln w="360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BCB0EA05-0ABC-4E7B-2C2F-18E76603DF20}"/>
              </a:ext>
            </a:extLst>
          </p:cNvPr>
          <p:cNvSpPr/>
          <p:nvPr/>
        </p:nvSpPr>
        <p:spPr>
          <a:xfrm rot="316218" flipH="1">
            <a:off x="7579330" y="881525"/>
            <a:ext cx="319257" cy="3312744"/>
          </a:xfrm>
          <a:custGeom>
            <a:avLst/>
            <a:gdLst>
              <a:gd name="connsiteX0" fmla="*/ 64655 w 64655"/>
              <a:gd name="connsiteY0" fmla="*/ 0 h 3546763"/>
              <a:gd name="connsiteX1" fmla="*/ 0 w 64655"/>
              <a:gd name="connsiteY1" fmla="*/ 3546763 h 3546763"/>
              <a:gd name="connsiteX0" fmla="*/ 64655 w 64655"/>
              <a:gd name="connsiteY0" fmla="*/ 0 h 3546763"/>
              <a:gd name="connsiteX1" fmla="*/ 29389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90887"/>
              <a:gd name="connsiteY0" fmla="*/ 0 h 3546763"/>
              <a:gd name="connsiteX1" fmla="*/ 89342 w 90887"/>
              <a:gd name="connsiteY1" fmla="*/ 1838036 h 3546763"/>
              <a:gd name="connsiteX2" fmla="*/ 0 w 90887"/>
              <a:gd name="connsiteY2" fmla="*/ 3546763 h 3546763"/>
              <a:gd name="connsiteX0" fmla="*/ 309169 w 309169"/>
              <a:gd name="connsiteY0" fmla="*/ 0 h 3306617"/>
              <a:gd name="connsiteX1" fmla="*/ 89342 w 309169"/>
              <a:gd name="connsiteY1" fmla="*/ 1597890 h 3306617"/>
              <a:gd name="connsiteX2" fmla="*/ 0 w 309169"/>
              <a:gd name="connsiteY2" fmla="*/ 3306617 h 3306617"/>
              <a:gd name="connsiteX0" fmla="*/ 132837 w 132837"/>
              <a:gd name="connsiteY0" fmla="*/ 0 h 3934690"/>
              <a:gd name="connsiteX1" fmla="*/ 89342 w 132837"/>
              <a:gd name="connsiteY1" fmla="*/ 2225963 h 3934690"/>
              <a:gd name="connsiteX2" fmla="*/ 0 w 132837"/>
              <a:gd name="connsiteY2" fmla="*/ 3934690 h 3934690"/>
              <a:gd name="connsiteX0" fmla="*/ 134155 w 134155"/>
              <a:gd name="connsiteY0" fmla="*/ 0 h 3934690"/>
              <a:gd name="connsiteX1" fmla="*/ 90660 w 134155"/>
              <a:gd name="connsiteY1" fmla="*/ 2225963 h 3934690"/>
              <a:gd name="connsiteX2" fmla="*/ 1318 w 134155"/>
              <a:gd name="connsiteY2" fmla="*/ 3934690 h 3934690"/>
              <a:gd name="connsiteX0" fmla="*/ 134155 w 195427"/>
              <a:gd name="connsiteY0" fmla="*/ 0 h 3934690"/>
              <a:gd name="connsiteX1" fmla="*/ 90660 w 195427"/>
              <a:gd name="connsiteY1" fmla="*/ 2225963 h 3934690"/>
              <a:gd name="connsiteX2" fmla="*/ 1318 w 195427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89342 w 89342"/>
              <a:gd name="connsiteY0" fmla="*/ 0 h 1708727"/>
              <a:gd name="connsiteX1" fmla="*/ 0 w 89342"/>
              <a:gd name="connsiteY1" fmla="*/ 1708727 h 1708727"/>
              <a:gd name="connsiteX0" fmla="*/ 48387 w 48387"/>
              <a:gd name="connsiteY0" fmla="*/ 0 h 1701731"/>
              <a:gd name="connsiteX1" fmla="*/ 0 w 48387"/>
              <a:gd name="connsiteY1" fmla="*/ 1701731 h 1701731"/>
              <a:gd name="connsiteX0" fmla="*/ 40633 w 40633"/>
              <a:gd name="connsiteY0" fmla="*/ 0 h 1700169"/>
              <a:gd name="connsiteX1" fmla="*/ 0 w 40633"/>
              <a:gd name="connsiteY1" fmla="*/ 1700169 h 1700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633" h="1700169">
                <a:moveTo>
                  <a:pt x="40633" y="0"/>
                </a:moveTo>
                <a:cubicBezTo>
                  <a:pt x="7325" y="1560945"/>
                  <a:pt x="21552" y="517915"/>
                  <a:pt x="0" y="1700169"/>
                </a:cubicBezTo>
              </a:path>
            </a:pathLst>
          </a:custGeom>
          <a:solidFill>
            <a:schemeClr val="accent1"/>
          </a:solidFill>
          <a:ln w="360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81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43FA684-514A-475F-0C77-8926D52ABAEA}"/>
              </a:ext>
            </a:extLst>
          </p:cNvPr>
          <p:cNvSpPr/>
          <p:nvPr/>
        </p:nvSpPr>
        <p:spPr>
          <a:xfrm rot="20221185">
            <a:off x="2792151" y="1940860"/>
            <a:ext cx="2880000" cy="57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90754C-AC3C-AAD8-719F-A034538A37E9}"/>
              </a:ext>
            </a:extLst>
          </p:cNvPr>
          <p:cNvSpPr/>
          <p:nvPr/>
        </p:nvSpPr>
        <p:spPr>
          <a:xfrm rot="20221185">
            <a:off x="2792141" y="2094958"/>
            <a:ext cx="1440000" cy="57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352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7031DFA-3E3E-4F7B-A36D-3C50EC9AAD52}"/>
              </a:ext>
            </a:extLst>
          </p:cNvPr>
          <p:cNvGrpSpPr/>
          <p:nvPr/>
        </p:nvGrpSpPr>
        <p:grpSpPr>
          <a:xfrm rot="739330">
            <a:off x="3646423" y="846253"/>
            <a:ext cx="5422456" cy="5165495"/>
            <a:chOff x="3646423" y="846253"/>
            <a:chExt cx="5422456" cy="5165495"/>
          </a:xfrm>
        </p:grpSpPr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97CCCF1B-FDB6-0146-644A-0DF92641935A}"/>
                </a:ext>
              </a:extLst>
            </p:cNvPr>
            <p:cNvGrpSpPr/>
            <p:nvPr/>
          </p:nvGrpSpPr>
          <p:grpSpPr>
            <a:xfrm>
              <a:off x="4012721" y="846253"/>
              <a:ext cx="4166559" cy="5165495"/>
              <a:chOff x="6123758" y="550363"/>
              <a:chExt cx="4166559" cy="5165495"/>
            </a:xfrm>
          </p:grpSpPr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E300E501-0981-3EF9-32BD-FD020C1FD9AA}"/>
                  </a:ext>
                </a:extLst>
              </p:cNvPr>
              <p:cNvSpPr/>
              <p:nvPr/>
            </p:nvSpPr>
            <p:spPr>
              <a:xfrm>
                <a:off x="6345171" y="550363"/>
                <a:ext cx="327804" cy="335567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E57C9A24-DCDD-FE84-E1BD-BF5EE97099C1}"/>
                  </a:ext>
                </a:extLst>
              </p:cNvPr>
              <p:cNvSpPr/>
              <p:nvPr/>
            </p:nvSpPr>
            <p:spPr>
              <a:xfrm>
                <a:off x="9741103" y="550363"/>
                <a:ext cx="327804" cy="335567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42" name="Gruppieren 41">
                <a:extLst>
                  <a:ext uri="{FF2B5EF4-FFF2-40B4-BE49-F238E27FC236}">
                    <a16:creationId xmlns:a16="http://schemas.microsoft.com/office/drawing/2014/main" id="{4A4A8000-03EE-5F5D-CBCD-9DECAE15D39E}"/>
                  </a:ext>
                </a:extLst>
              </p:cNvPr>
              <p:cNvGrpSpPr/>
              <p:nvPr/>
            </p:nvGrpSpPr>
            <p:grpSpPr>
              <a:xfrm rot="20900348">
                <a:off x="6123758" y="2517185"/>
                <a:ext cx="4166559" cy="3198673"/>
                <a:chOff x="6123758" y="2517185"/>
                <a:chExt cx="4166559" cy="3198673"/>
              </a:xfrm>
            </p:grpSpPr>
            <p:grpSp>
              <p:nvGrpSpPr>
                <p:cNvPr id="26" name="Gruppieren 25">
                  <a:extLst>
                    <a:ext uri="{FF2B5EF4-FFF2-40B4-BE49-F238E27FC236}">
                      <a16:creationId xmlns:a16="http://schemas.microsoft.com/office/drawing/2014/main" id="{1476C447-96F8-085F-3A65-01B0EB32913E}"/>
                    </a:ext>
                  </a:extLst>
                </p:cNvPr>
                <p:cNvGrpSpPr/>
                <p:nvPr/>
              </p:nvGrpSpPr>
              <p:grpSpPr>
                <a:xfrm>
                  <a:off x="7137361" y="3343593"/>
                  <a:ext cx="2139351" cy="2372265"/>
                  <a:chOff x="3164456" y="4123426"/>
                  <a:chExt cx="2139351" cy="2372265"/>
                </a:xfrm>
              </p:grpSpPr>
              <p:sp>
                <p:nvSpPr>
                  <p:cNvPr id="27" name="Rechteck 26">
                    <a:extLst>
                      <a:ext uri="{FF2B5EF4-FFF2-40B4-BE49-F238E27FC236}">
                        <a16:creationId xmlns:a16="http://schemas.microsoft.com/office/drawing/2014/main" id="{A75E12BF-5CBC-D060-E233-9E29EE472445}"/>
                      </a:ext>
                    </a:extLst>
                  </p:cNvPr>
                  <p:cNvSpPr/>
                  <p:nvPr/>
                </p:nvSpPr>
                <p:spPr>
                  <a:xfrm>
                    <a:off x="3164456" y="4123426"/>
                    <a:ext cx="2139351" cy="3623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8" name="Rechteck 27">
                    <a:extLst>
                      <a:ext uri="{FF2B5EF4-FFF2-40B4-BE49-F238E27FC236}">
                        <a16:creationId xmlns:a16="http://schemas.microsoft.com/office/drawing/2014/main" id="{953DFB16-9153-D89A-B146-51BE9061164C}"/>
                      </a:ext>
                    </a:extLst>
                  </p:cNvPr>
                  <p:cNvSpPr/>
                  <p:nvPr/>
                </p:nvSpPr>
                <p:spPr>
                  <a:xfrm rot="901207">
                    <a:off x="3164456" y="4684143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CD039EAE-2652-5D46-029F-45041D724F36}"/>
                      </a:ext>
                    </a:extLst>
                  </p:cNvPr>
                  <p:cNvSpPr/>
                  <p:nvPr/>
                </p:nvSpPr>
                <p:spPr>
                  <a:xfrm>
                    <a:off x="4948686" y="4684143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0" name="Rechteck 29">
                    <a:extLst>
                      <a:ext uri="{FF2B5EF4-FFF2-40B4-BE49-F238E27FC236}">
                        <a16:creationId xmlns:a16="http://schemas.microsoft.com/office/drawing/2014/main" id="{28DAFF39-2299-A064-C3E5-402993F90F49}"/>
                      </a:ext>
                    </a:extLst>
                  </p:cNvPr>
                  <p:cNvSpPr/>
                  <p:nvPr/>
                </p:nvSpPr>
                <p:spPr>
                  <a:xfrm>
                    <a:off x="3697855" y="4485736"/>
                    <a:ext cx="1017917" cy="200995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1" name="Rechteck 30">
                    <a:extLst>
                      <a:ext uri="{FF2B5EF4-FFF2-40B4-BE49-F238E27FC236}">
                        <a16:creationId xmlns:a16="http://schemas.microsoft.com/office/drawing/2014/main" id="{F38A15F0-B0FD-6A63-FFCD-B1D558000A60}"/>
                      </a:ext>
                    </a:extLst>
                  </p:cNvPr>
                  <p:cNvSpPr/>
                  <p:nvPr/>
                </p:nvSpPr>
                <p:spPr>
                  <a:xfrm>
                    <a:off x="3519578" y="4912743"/>
                    <a:ext cx="1429108" cy="2070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32" name="Rechteck 31">
                    <a:extLst>
                      <a:ext uri="{FF2B5EF4-FFF2-40B4-BE49-F238E27FC236}">
                        <a16:creationId xmlns:a16="http://schemas.microsoft.com/office/drawing/2014/main" id="{B6D8AB89-66F5-6A3B-28CC-62496C000E19}"/>
                      </a:ext>
                    </a:extLst>
                  </p:cNvPr>
                  <p:cNvSpPr/>
                  <p:nvPr/>
                </p:nvSpPr>
                <p:spPr>
                  <a:xfrm>
                    <a:off x="3164456" y="5772509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3" name="Rechteck 32">
                    <a:extLst>
                      <a:ext uri="{FF2B5EF4-FFF2-40B4-BE49-F238E27FC236}">
                        <a16:creationId xmlns:a16="http://schemas.microsoft.com/office/drawing/2014/main" id="{0DC3C49D-EA20-096E-4C3F-20953FD21932}"/>
                      </a:ext>
                    </a:extLst>
                  </p:cNvPr>
                  <p:cNvSpPr/>
                  <p:nvPr/>
                </p:nvSpPr>
                <p:spPr>
                  <a:xfrm>
                    <a:off x="4948686" y="5772509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4" name="Rechteck 33">
                    <a:extLst>
                      <a:ext uri="{FF2B5EF4-FFF2-40B4-BE49-F238E27FC236}">
                        <a16:creationId xmlns:a16="http://schemas.microsoft.com/office/drawing/2014/main" id="{3111D3F5-B597-745F-B0F9-AF784F386B4E}"/>
                      </a:ext>
                    </a:extLst>
                  </p:cNvPr>
                  <p:cNvSpPr/>
                  <p:nvPr/>
                </p:nvSpPr>
                <p:spPr>
                  <a:xfrm>
                    <a:off x="3519578" y="6001109"/>
                    <a:ext cx="1429108" cy="2070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" name="Rechteck 34">
                    <a:extLst>
                      <a:ext uri="{FF2B5EF4-FFF2-40B4-BE49-F238E27FC236}">
                        <a16:creationId xmlns:a16="http://schemas.microsoft.com/office/drawing/2014/main" id="{5A36CD8A-1042-49D2-5876-E2CD64AA02A3}"/>
                      </a:ext>
                    </a:extLst>
                  </p:cNvPr>
                  <p:cNvSpPr/>
                  <p:nvPr/>
                </p:nvSpPr>
                <p:spPr>
                  <a:xfrm>
                    <a:off x="3706480" y="5145656"/>
                    <a:ext cx="1007311" cy="56790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6" name="Rechteck 35">
                    <a:extLst>
                      <a:ext uri="{FF2B5EF4-FFF2-40B4-BE49-F238E27FC236}">
                        <a16:creationId xmlns:a16="http://schemas.microsoft.com/office/drawing/2014/main" id="{AF834DEC-862C-2FBF-0D93-2FD8D5C8F44C}"/>
                      </a:ext>
                    </a:extLst>
                  </p:cNvPr>
                  <p:cNvSpPr/>
                  <p:nvPr/>
                </p:nvSpPr>
                <p:spPr>
                  <a:xfrm>
                    <a:off x="3706480" y="5779697"/>
                    <a:ext cx="1007311" cy="30336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" name="Rechteck 36">
                    <a:extLst>
                      <a:ext uri="{FF2B5EF4-FFF2-40B4-BE49-F238E27FC236}">
                        <a16:creationId xmlns:a16="http://schemas.microsoft.com/office/drawing/2014/main" id="{BC317E89-013D-0CB0-F16D-C7C27DA2A92D}"/>
                      </a:ext>
                    </a:extLst>
                  </p:cNvPr>
                  <p:cNvSpPr/>
                  <p:nvPr/>
                </p:nvSpPr>
                <p:spPr>
                  <a:xfrm>
                    <a:off x="3918545" y="6121877"/>
                    <a:ext cx="565927" cy="3321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8" name="Rechteck 37">
                    <a:extLst>
                      <a:ext uri="{FF2B5EF4-FFF2-40B4-BE49-F238E27FC236}">
                        <a16:creationId xmlns:a16="http://schemas.microsoft.com/office/drawing/2014/main" id="{84AE2332-B0BC-DC50-3438-44EF77F8FE5B}"/>
                      </a:ext>
                    </a:extLst>
                  </p:cNvPr>
                  <p:cNvSpPr/>
                  <p:nvPr/>
                </p:nvSpPr>
                <p:spPr>
                  <a:xfrm>
                    <a:off x="3911804" y="4531023"/>
                    <a:ext cx="596662" cy="7763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9" name="Rechteck 38">
                    <a:extLst>
                      <a:ext uri="{FF2B5EF4-FFF2-40B4-BE49-F238E27FC236}">
                        <a16:creationId xmlns:a16="http://schemas.microsoft.com/office/drawing/2014/main" id="{2FDEC0CB-7575-0AB1-1B6E-CC762F71A436}"/>
                      </a:ext>
                    </a:extLst>
                  </p:cNvPr>
                  <p:cNvSpPr/>
                  <p:nvPr/>
                </p:nvSpPr>
                <p:spPr>
                  <a:xfrm>
                    <a:off x="4037606" y="4298110"/>
                    <a:ext cx="327804" cy="23722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0" name="Rechteck 39">
                  <a:extLst>
                    <a:ext uri="{FF2B5EF4-FFF2-40B4-BE49-F238E27FC236}">
                      <a16:creationId xmlns:a16="http://schemas.microsoft.com/office/drawing/2014/main" id="{1EFEC2A7-BB3A-442A-FA1C-E54BD4897196}"/>
                    </a:ext>
                  </a:extLst>
                </p:cNvPr>
                <p:cNvSpPr/>
                <p:nvPr/>
              </p:nvSpPr>
              <p:spPr>
                <a:xfrm>
                  <a:off x="6123758" y="2517185"/>
                  <a:ext cx="4166559" cy="45719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FA1C9D86-903C-741E-24C9-E4EBDD1CFA14}"/>
                  </a:ext>
                </a:extLst>
              </p:cNvPr>
              <p:cNvSpPr/>
              <p:nvPr/>
            </p:nvSpPr>
            <p:spPr>
              <a:xfrm>
                <a:off x="8165345" y="1155220"/>
                <a:ext cx="51758" cy="2075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3" name="Multiplikationszeichen 2">
              <a:extLst>
                <a:ext uri="{FF2B5EF4-FFF2-40B4-BE49-F238E27FC236}">
                  <a16:creationId xmlns:a16="http://schemas.microsoft.com/office/drawing/2014/main" id="{55C9FB36-6553-F2A0-A773-921B0265E9F9}"/>
                </a:ext>
              </a:extLst>
            </p:cNvPr>
            <p:cNvSpPr/>
            <p:nvPr/>
          </p:nvSpPr>
          <p:spPr>
            <a:xfrm>
              <a:off x="6106066" y="2585032"/>
              <a:ext cx="354334" cy="344067"/>
            </a:xfrm>
            <a:prstGeom prst="mathMultiply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214A8CED-4D10-B7A3-9B90-6951DF12777E}"/>
                </a:ext>
              </a:extLst>
            </p:cNvPr>
            <p:cNvCxnSpPr/>
            <p:nvPr/>
          </p:nvCxnSpPr>
          <p:spPr>
            <a:xfrm>
              <a:off x="4561938" y="3264693"/>
              <a:ext cx="0" cy="176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3F825A3-86C6-416C-9CE4-AF83EFEDE2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1938" y="3081338"/>
              <a:ext cx="21968" cy="171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319EBD50-91AA-FAA0-F575-ABF3C273CB35}"/>
                </a:ext>
              </a:extLst>
            </p:cNvPr>
            <p:cNvCxnSpPr/>
            <p:nvPr/>
          </p:nvCxnSpPr>
          <p:spPr>
            <a:xfrm>
              <a:off x="4714338" y="3417093"/>
              <a:ext cx="0" cy="176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ultiplikationszeichen 48">
              <a:extLst>
                <a:ext uri="{FF2B5EF4-FFF2-40B4-BE49-F238E27FC236}">
                  <a16:creationId xmlns:a16="http://schemas.microsoft.com/office/drawing/2014/main" id="{368D49C0-33F4-C49B-F396-D40FF5ECF007}"/>
                </a:ext>
              </a:extLst>
            </p:cNvPr>
            <p:cNvSpPr/>
            <p:nvPr/>
          </p:nvSpPr>
          <p:spPr>
            <a:xfrm>
              <a:off x="8714545" y="1701547"/>
              <a:ext cx="354334" cy="344067"/>
            </a:xfrm>
            <a:prstGeom prst="mathMultiply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CE8421DE-6D2D-000D-8BBE-95096B3E9BC1}"/>
                </a:ext>
              </a:extLst>
            </p:cNvPr>
            <p:cNvSpPr txBox="1"/>
            <p:nvPr/>
          </p:nvSpPr>
          <p:spPr>
            <a:xfrm rot="20726756">
              <a:off x="5493291" y="2419776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16cm</a:t>
              </a: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6A4F951A-E8BD-E0EE-2435-AE5F93A08CC8}"/>
                </a:ext>
              </a:extLst>
            </p:cNvPr>
            <p:cNvSpPr/>
            <p:nvPr/>
          </p:nvSpPr>
          <p:spPr>
            <a:xfrm>
              <a:off x="4561935" y="2261734"/>
              <a:ext cx="3068129" cy="577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2CCA502E-662D-586A-4F07-9F8F4A3E528E}"/>
                </a:ext>
              </a:extLst>
            </p:cNvPr>
            <p:cNvSpPr txBox="1"/>
            <p:nvPr/>
          </p:nvSpPr>
          <p:spPr>
            <a:xfrm>
              <a:off x="5679044" y="1934223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15cm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B02A0315-7831-A970-8F88-C1FE57A18FC6}"/>
                </a:ext>
              </a:extLst>
            </p:cNvPr>
            <p:cNvSpPr/>
            <p:nvPr/>
          </p:nvSpPr>
          <p:spPr>
            <a:xfrm rot="15564532">
              <a:off x="5391575" y="3341561"/>
              <a:ext cx="899022" cy="545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0D6B93CD-7BC8-FA2F-486E-B019FB21D9C9}"/>
                </a:ext>
              </a:extLst>
            </p:cNvPr>
            <p:cNvSpPr/>
            <p:nvPr/>
          </p:nvSpPr>
          <p:spPr>
            <a:xfrm rot="20900348">
              <a:off x="3646423" y="1664583"/>
              <a:ext cx="4166559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9A40290A-4362-6AB1-2107-1BAD4A82D45E}"/>
                </a:ext>
              </a:extLst>
            </p:cNvPr>
            <p:cNvSpPr txBox="1"/>
            <p:nvPr/>
          </p:nvSpPr>
          <p:spPr>
            <a:xfrm rot="20726756">
              <a:off x="5382512" y="1243839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16cm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5CDB918-8F9D-146D-564D-FFC4CB18A095}"/>
                </a:ext>
              </a:extLst>
            </p:cNvPr>
            <p:cNvSpPr/>
            <p:nvPr/>
          </p:nvSpPr>
          <p:spPr>
            <a:xfrm rot="12487222">
              <a:off x="4456653" y="3476419"/>
              <a:ext cx="1504134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E8781A90-0AB6-0666-CD91-A30AE69D5226}"/>
                </a:ext>
              </a:extLst>
            </p:cNvPr>
            <p:cNvCxnSpPr>
              <a:cxnSpLocks/>
            </p:cNvCxnSpPr>
            <p:nvPr/>
          </p:nvCxnSpPr>
          <p:spPr>
            <a:xfrm rot="20860670" flipH="1">
              <a:off x="4526256" y="2934137"/>
              <a:ext cx="82349" cy="3255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3CC741F-9944-72F2-DE59-3FF0F1463814}"/>
              </a:ext>
            </a:extLst>
          </p:cNvPr>
          <p:cNvCxnSpPr>
            <a:cxnSpLocks/>
          </p:cNvCxnSpPr>
          <p:nvPr/>
        </p:nvCxnSpPr>
        <p:spPr>
          <a:xfrm flipH="1">
            <a:off x="4863726" y="4029936"/>
            <a:ext cx="82349" cy="325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304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7031DFA-3E3E-4F7B-A36D-3C50EC9AAD52}"/>
              </a:ext>
            </a:extLst>
          </p:cNvPr>
          <p:cNvGrpSpPr/>
          <p:nvPr/>
        </p:nvGrpSpPr>
        <p:grpSpPr>
          <a:xfrm rot="739330">
            <a:off x="3569351" y="1560233"/>
            <a:ext cx="4532857" cy="4347165"/>
            <a:chOff x="3646423" y="1664583"/>
            <a:chExt cx="4532857" cy="4347165"/>
          </a:xfrm>
        </p:grpSpPr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4A4A8000-03EE-5F5D-CBCD-9DECAE15D39E}"/>
                </a:ext>
              </a:extLst>
            </p:cNvPr>
            <p:cNvGrpSpPr/>
            <p:nvPr/>
          </p:nvGrpSpPr>
          <p:grpSpPr>
            <a:xfrm rot="20900348">
              <a:off x="4012721" y="2813075"/>
              <a:ext cx="4166559" cy="3198673"/>
              <a:chOff x="6123758" y="2517185"/>
              <a:chExt cx="4166559" cy="3198673"/>
            </a:xfrm>
          </p:grpSpPr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1476C447-96F8-085F-3A65-01B0EB32913E}"/>
                  </a:ext>
                </a:extLst>
              </p:cNvPr>
              <p:cNvGrpSpPr/>
              <p:nvPr/>
            </p:nvGrpSpPr>
            <p:grpSpPr>
              <a:xfrm>
                <a:off x="7137361" y="3343593"/>
                <a:ext cx="2139351" cy="2372265"/>
                <a:chOff x="3164456" y="4123426"/>
                <a:chExt cx="2139351" cy="2372265"/>
              </a:xfrm>
            </p:grpSpPr>
            <p:sp>
              <p:nvSpPr>
                <p:cNvPr id="27" name="Rechteck 26">
                  <a:extLst>
                    <a:ext uri="{FF2B5EF4-FFF2-40B4-BE49-F238E27FC236}">
                      <a16:creationId xmlns:a16="http://schemas.microsoft.com/office/drawing/2014/main" id="{A75E12BF-5CBC-D060-E233-9E29EE472445}"/>
                    </a:ext>
                  </a:extLst>
                </p:cNvPr>
                <p:cNvSpPr/>
                <p:nvPr/>
              </p:nvSpPr>
              <p:spPr>
                <a:xfrm>
                  <a:off x="3164456" y="4123426"/>
                  <a:ext cx="2139351" cy="3623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8" name="Rechteck 27">
                  <a:extLst>
                    <a:ext uri="{FF2B5EF4-FFF2-40B4-BE49-F238E27FC236}">
                      <a16:creationId xmlns:a16="http://schemas.microsoft.com/office/drawing/2014/main" id="{953DFB16-9153-D89A-B146-51BE9061164C}"/>
                    </a:ext>
                  </a:extLst>
                </p:cNvPr>
                <p:cNvSpPr/>
                <p:nvPr/>
              </p:nvSpPr>
              <p:spPr>
                <a:xfrm rot="901207">
                  <a:off x="3164456" y="4684143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29" name="Rechteck 28">
                  <a:extLst>
                    <a:ext uri="{FF2B5EF4-FFF2-40B4-BE49-F238E27FC236}">
                      <a16:creationId xmlns:a16="http://schemas.microsoft.com/office/drawing/2014/main" id="{CD039EAE-2652-5D46-029F-45041D724F36}"/>
                    </a:ext>
                  </a:extLst>
                </p:cNvPr>
                <p:cNvSpPr/>
                <p:nvPr/>
              </p:nvSpPr>
              <p:spPr>
                <a:xfrm>
                  <a:off x="4948686" y="4684143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0" name="Rechteck 29">
                  <a:extLst>
                    <a:ext uri="{FF2B5EF4-FFF2-40B4-BE49-F238E27FC236}">
                      <a16:creationId xmlns:a16="http://schemas.microsoft.com/office/drawing/2014/main" id="{28DAFF39-2299-A064-C3E5-402993F90F49}"/>
                    </a:ext>
                  </a:extLst>
                </p:cNvPr>
                <p:cNvSpPr/>
                <p:nvPr/>
              </p:nvSpPr>
              <p:spPr>
                <a:xfrm>
                  <a:off x="3697855" y="4485736"/>
                  <a:ext cx="1017917" cy="200995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1" name="Rechteck 30">
                  <a:extLst>
                    <a:ext uri="{FF2B5EF4-FFF2-40B4-BE49-F238E27FC236}">
                      <a16:creationId xmlns:a16="http://schemas.microsoft.com/office/drawing/2014/main" id="{F38A15F0-B0FD-6A63-FFCD-B1D558000A60}"/>
                    </a:ext>
                  </a:extLst>
                </p:cNvPr>
                <p:cNvSpPr/>
                <p:nvPr/>
              </p:nvSpPr>
              <p:spPr>
                <a:xfrm>
                  <a:off x="3519578" y="4912743"/>
                  <a:ext cx="1429108" cy="2070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32" name="Rechteck 31">
                  <a:extLst>
                    <a:ext uri="{FF2B5EF4-FFF2-40B4-BE49-F238E27FC236}">
                      <a16:creationId xmlns:a16="http://schemas.microsoft.com/office/drawing/2014/main" id="{B6D8AB89-66F5-6A3B-28CC-62496C000E19}"/>
                    </a:ext>
                  </a:extLst>
                </p:cNvPr>
                <p:cNvSpPr/>
                <p:nvPr/>
              </p:nvSpPr>
              <p:spPr>
                <a:xfrm>
                  <a:off x="3164456" y="5772509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3" name="Rechteck 32">
                  <a:extLst>
                    <a:ext uri="{FF2B5EF4-FFF2-40B4-BE49-F238E27FC236}">
                      <a16:creationId xmlns:a16="http://schemas.microsoft.com/office/drawing/2014/main" id="{0DC3C49D-EA20-096E-4C3F-20953FD21932}"/>
                    </a:ext>
                  </a:extLst>
                </p:cNvPr>
                <p:cNvSpPr/>
                <p:nvPr/>
              </p:nvSpPr>
              <p:spPr>
                <a:xfrm>
                  <a:off x="4948686" y="5772509"/>
                  <a:ext cx="355121" cy="6642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" name="Rechteck 33">
                  <a:extLst>
                    <a:ext uri="{FF2B5EF4-FFF2-40B4-BE49-F238E27FC236}">
                      <a16:creationId xmlns:a16="http://schemas.microsoft.com/office/drawing/2014/main" id="{3111D3F5-B597-745F-B0F9-AF784F386B4E}"/>
                    </a:ext>
                  </a:extLst>
                </p:cNvPr>
                <p:cNvSpPr/>
                <p:nvPr/>
              </p:nvSpPr>
              <p:spPr>
                <a:xfrm>
                  <a:off x="3519578" y="6001109"/>
                  <a:ext cx="1429108" cy="20703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5" name="Rechteck 34">
                  <a:extLst>
                    <a:ext uri="{FF2B5EF4-FFF2-40B4-BE49-F238E27FC236}">
                      <a16:creationId xmlns:a16="http://schemas.microsoft.com/office/drawing/2014/main" id="{5A36CD8A-1042-49D2-5876-E2CD64AA02A3}"/>
                    </a:ext>
                  </a:extLst>
                </p:cNvPr>
                <p:cNvSpPr/>
                <p:nvPr/>
              </p:nvSpPr>
              <p:spPr>
                <a:xfrm>
                  <a:off x="3706480" y="5145656"/>
                  <a:ext cx="1007311" cy="56790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6" name="Rechteck 35">
                  <a:extLst>
                    <a:ext uri="{FF2B5EF4-FFF2-40B4-BE49-F238E27FC236}">
                      <a16:creationId xmlns:a16="http://schemas.microsoft.com/office/drawing/2014/main" id="{AF834DEC-862C-2FBF-0D93-2FD8D5C8F44C}"/>
                    </a:ext>
                  </a:extLst>
                </p:cNvPr>
                <p:cNvSpPr/>
                <p:nvPr/>
              </p:nvSpPr>
              <p:spPr>
                <a:xfrm>
                  <a:off x="3706480" y="5779697"/>
                  <a:ext cx="1007311" cy="3033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7" name="Rechteck 36">
                  <a:extLst>
                    <a:ext uri="{FF2B5EF4-FFF2-40B4-BE49-F238E27FC236}">
                      <a16:creationId xmlns:a16="http://schemas.microsoft.com/office/drawing/2014/main" id="{BC317E89-013D-0CB0-F16D-C7C27DA2A92D}"/>
                    </a:ext>
                  </a:extLst>
                </p:cNvPr>
                <p:cNvSpPr/>
                <p:nvPr/>
              </p:nvSpPr>
              <p:spPr>
                <a:xfrm>
                  <a:off x="3918545" y="6121877"/>
                  <a:ext cx="565927" cy="33211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8" name="Rechteck 37">
                  <a:extLst>
                    <a:ext uri="{FF2B5EF4-FFF2-40B4-BE49-F238E27FC236}">
                      <a16:creationId xmlns:a16="http://schemas.microsoft.com/office/drawing/2014/main" id="{84AE2332-B0BC-DC50-3438-44EF77F8FE5B}"/>
                    </a:ext>
                  </a:extLst>
                </p:cNvPr>
                <p:cNvSpPr/>
                <p:nvPr/>
              </p:nvSpPr>
              <p:spPr>
                <a:xfrm>
                  <a:off x="3911804" y="4531023"/>
                  <a:ext cx="596662" cy="7763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2FDEC0CB-7575-0AB1-1B6E-CC762F71A436}"/>
                    </a:ext>
                  </a:extLst>
                </p:cNvPr>
                <p:cNvSpPr/>
                <p:nvPr/>
              </p:nvSpPr>
              <p:spPr>
                <a:xfrm>
                  <a:off x="4037606" y="4298110"/>
                  <a:ext cx="327804" cy="23722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1EFEC2A7-BB3A-442A-FA1C-E54BD4897196}"/>
                  </a:ext>
                </a:extLst>
              </p:cNvPr>
              <p:cNvSpPr/>
              <p:nvPr/>
            </p:nvSpPr>
            <p:spPr>
              <a:xfrm>
                <a:off x="6123758" y="2517185"/>
                <a:ext cx="4166559" cy="4571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214A8CED-4D10-B7A3-9B90-6951DF12777E}"/>
                </a:ext>
              </a:extLst>
            </p:cNvPr>
            <p:cNvCxnSpPr/>
            <p:nvPr/>
          </p:nvCxnSpPr>
          <p:spPr>
            <a:xfrm>
              <a:off x="4561938" y="3264693"/>
              <a:ext cx="0" cy="176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3F825A3-86C6-416C-9CE4-AF83EFEDE2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1938" y="3081338"/>
              <a:ext cx="21968" cy="171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319EBD50-91AA-FAA0-F575-ABF3C273CB35}"/>
                </a:ext>
              </a:extLst>
            </p:cNvPr>
            <p:cNvCxnSpPr/>
            <p:nvPr/>
          </p:nvCxnSpPr>
          <p:spPr>
            <a:xfrm>
              <a:off x="4714338" y="3417093"/>
              <a:ext cx="0" cy="176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6A4F951A-E8BD-E0EE-2435-AE5F93A08CC8}"/>
                </a:ext>
              </a:extLst>
            </p:cNvPr>
            <p:cNvSpPr/>
            <p:nvPr/>
          </p:nvSpPr>
          <p:spPr>
            <a:xfrm>
              <a:off x="4561935" y="2261734"/>
              <a:ext cx="3068129" cy="577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B02A0315-7831-A970-8F88-C1FE57A18FC6}"/>
                </a:ext>
              </a:extLst>
            </p:cNvPr>
            <p:cNvSpPr/>
            <p:nvPr/>
          </p:nvSpPr>
          <p:spPr>
            <a:xfrm rot="15564532">
              <a:off x="5391575" y="3341561"/>
              <a:ext cx="899022" cy="545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0D6B93CD-7BC8-FA2F-486E-B019FB21D9C9}"/>
                </a:ext>
              </a:extLst>
            </p:cNvPr>
            <p:cNvSpPr/>
            <p:nvPr/>
          </p:nvSpPr>
          <p:spPr>
            <a:xfrm rot="20900348">
              <a:off x="3646423" y="1664583"/>
              <a:ext cx="4166559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5CDB918-8F9D-146D-564D-FFC4CB18A095}"/>
                </a:ext>
              </a:extLst>
            </p:cNvPr>
            <p:cNvSpPr/>
            <p:nvPr/>
          </p:nvSpPr>
          <p:spPr>
            <a:xfrm rot="12487222">
              <a:off x="4456653" y="3476419"/>
              <a:ext cx="1504134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E8781A90-0AB6-0666-CD91-A30AE69D5226}"/>
                </a:ext>
              </a:extLst>
            </p:cNvPr>
            <p:cNvCxnSpPr>
              <a:cxnSpLocks/>
            </p:cNvCxnSpPr>
            <p:nvPr/>
          </p:nvCxnSpPr>
          <p:spPr>
            <a:xfrm rot="20860670" flipH="1">
              <a:off x="4526256" y="2934137"/>
              <a:ext cx="82349" cy="3255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3CC741F-9944-72F2-DE59-3FF0F1463814}"/>
              </a:ext>
            </a:extLst>
          </p:cNvPr>
          <p:cNvCxnSpPr>
            <a:cxnSpLocks/>
          </p:cNvCxnSpPr>
          <p:nvPr/>
        </p:nvCxnSpPr>
        <p:spPr>
          <a:xfrm flipH="1">
            <a:off x="4863726" y="4029936"/>
            <a:ext cx="82349" cy="325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8170AFB6-A501-787F-A747-27236EBB0CA8}"/>
              </a:ext>
            </a:extLst>
          </p:cNvPr>
          <p:cNvSpPr/>
          <p:nvPr/>
        </p:nvSpPr>
        <p:spPr>
          <a:xfrm rot="21364749">
            <a:off x="3816831" y="1192823"/>
            <a:ext cx="3148061" cy="2516968"/>
          </a:xfrm>
          <a:custGeom>
            <a:avLst/>
            <a:gdLst>
              <a:gd name="connsiteX0" fmla="*/ 64655 w 64655"/>
              <a:gd name="connsiteY0" fmla="*/ 0 h 3546763"/>
              <a:gd name="connsiteX1" fmla="*/ 0 w 64655"/>
              <a:gd name="connsiteY1" fmla="*/ 3546763 h 3546763"/>
              <a:gd name="connsiteX0" fmla="*/ 64655 w 64655"/>
              <a:gd name="connsiteY0" fmla="*/ 0 h 3546763"/>
              <a:gd name="connsiteX1" fmla="*/ 29389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90887"/>
              <a:gd name="connsiteY0" fmla="*/ 0 h 3546763"/>
              <a:gd name="connsiteX1" fmla="*/ 89342 w 90887"/>
              <a:gd name="connsiteY1" fmla="*/ 1838036 h 3546763"/>
              <a:gd name="connsiteX2" fmla="*/ 0 w 90887"/>
              <a:gd name="connsiteY2" fmla="*/ 3546763 h 3546763"/>
              <a:gd name="connsiteX0" fmla="*/ 309169 w 309169"/>
              <a:gd name="connsiteY0" fmla="*/ 0 h 3306617"/>
              <a:gd name="connsiteX1" fmla="*/ 89342 w 309169"/>
              <a:gd name="connsiteY1" fmla="*/ 1597890 h 3306617"/>
              <a:gd name="connsiteX2" fmla="*/ 0 w 309169"/>
              <a:gd name="connsiteY2" fmla="*/ 3306617 h 3306617"/>
              <a:gd name="connsiteX0" fmla="*/ 132837 w 132837"/>
              <a:gd name="connsiteY0" fmla="*/ 0 h 3934690"/>
              <a:gd name="connsiteX1" fmla="*/ 89342 w 132837"/>
              <a:gd name="connsiteY1" fmla="*/ 2225963 h 3934690"/>
              <a:gd name="connsiteX2" fmla="*/ 0 w 132837"/>
              <a:gd name="connsiteY2" fmla="*/ 3934690 h 3934690"/>
              <a:gd name="connsiteX0" fmla="*/ 134155 w 134155"/>
              <a:gd name="connsiteY0" fmla="*/ 0 h 3934690"/>
              <a:gd name="connsiteX1" fmla="*/ 90660 w 134155"/>
              <a:gd name="connsiteY1" fmla="*/ 2225963 h 3934690"/>
              <a:gd name="connsiteX2" fmla="*/ 1318 w 134155"/>
              <a:gd name="connsiteY2" fmla="*/ 3934690 h 3934690"/>
              <a:gd name="connsiteX0" fmla="*/ 134155 w 195427"/>
              <a:gd name="connsiteY0" fmla="*/ 0 h 3934690"/>
              <a:gd name="connsiteX1" fmla="*/ 90660 w 195427"/>
              <a:gd name="connsiteY1" fmla="*/ 2225963 h 3934690"/>
              <a:gd name="connsiteX2" fmla="*/ 1318 w 195427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89342 w 89342"/>
              <a:gd name="connsiteY0" fmla="*/ 0 h 1708727"/>
              <a:gd name="connsiteX1" fmla="*/ 0 w 89342"/>
              <a:gd name="connsiteY1" fmla="*/ 1708727 h 1708727"/>
              <a:gd name="connsiteX0" fmla="*/ 85710 w 85710"/>
              <a:gd name="connsiteY0" fmla="*/ 0 h 1666771"/>
              <a:gd name="connsiteX1" fmla="*/ 0 w 85710"/>
              <a:gd name="connsiteY1" fmla="*/ 1666771 h 1666771"/>
              <a:gd name="connsiteX0" fmla="*/ 289201 w 289201"/>
              <a:gd name="connsiteY0" fmla="*/ 0 h 1571692"/>
              <a:gd name="connsiteX1" fmla="*/ 0 w 289201"/>
              <a:gd name="connsiteY1" fmla="*/ 1571692 h 1571692"/>
              <a:gd name="connsiteX0" fmla="*/ 289201 w 289201"/>
              <a:gd name="connsiteY0" fmla="*/ 0 h 1571692"/>
              <a:gd name="connsiteX1" fmla="*/ 215107 w 289201"/>
              <a:gd name="connsiteY1" fmla="*/ 804255 h 1571692"/>
              <a:gd name="connsiteX2" fmla="*/ 0 w 289201"/>
              <a:gd name="connsiteY2" fmla="*/ 1571692 h 1571692"/>
              <a:gd name="connsiteX0" fmla="*/ 289201 w 289201"/>
              <a:gd name="connsiteY0" fmla="*/ 0 h 1571692"/>
              <a:gd name="connsiteX1" fmla="*/ 181457 w 289201"/>
              <a:gd name="connsiteY1" fmla="*/ 611449 h 1571692"/>
              <a:gd name="connsiteX2" fmla="*/ 0 w 289201"/>
              <a:gd name="connsiteY2" fmla="*/ 1571692 h 1571692"/>
              <a:gd name="connsiteX0" fmla="*/ 400665 w 400665"/>
              <a:gd name="connsiteY0" fmla="*/ 0 h 1267643"/>
              <a:gd name="connsiteX1" fmla="*/ 181457 w 400665"/>
              <a:gd name="connsiteY1" fmla="*/ 307400 h 1267643"/>
              <a:gd name="connsiteX2" fmla="*/ 0 w 400665"/>
              <a:gd name="connsiteY2" fmla="*/ 1267643 h 1267643"/>
              <a:gd name="connsiteX0" fmla="*/ 400665 w 400665"/>
              <a:gd name="connsiteY0" fmla="*/ 10821 h 1278464"/>
              <a:gd name="connsiteX1" fmla="*/ 181457 w 400665"/>
              <a:gd name="connsiteY1" fmla="*/ 318221 h 1278464"/>
              <a:gd name="connsiteX2" fmla="*/ 0 w 400665"/>
              <a:gd name="connsiteY2" fmla="*/ 1278464 h 1278464"/>
              <a:gd name="connsiteX0" fmla="*/ 400665 w 400665"/>
              <a:gd name="connsiteY0" fmla="*/ 25182 h 1292825"/>
              <a:gd name="connsiteX1" fmla="*/ 181457 w 400665"/>
              <a:gd name="connsiteY1" fmla="*/ 332582 h 1292825"/>
              <a:gd name="connsiteX2" fmla="*/ 0 w 400665"/>
              <a:gd name="connsiteY2" fmla="*/ 1292825 h 1292825"/>
              <a:gd name="connsiteX0" fmla="*/ 400665 w 400665"/>
              <a:gd name="connsiteY0" fmla="*/ 25182 h 1292825"/>
              <a:gd name="connsiteX1" fmla="*/ 181457 w 400665"/>
              <a:gd name="connsiteY1" fmla="*/ 332582 h 1292825"/>
              <a:gd name="connsiteX2" fmla="*/ 0 w 400665"/>
              <a:gd name="connsiteY2" fmla="*/ 1292825 h 1292825"/>
              <a:gd name="connsiteX0" fmla="*/ 400665 w 400665"/>
              <a:gd name="connsiteY0" fmla="*/ 50140 h 1317783"/>
              <a:gd name="connsiteX1" fmla="*/ 158025 w 400665"/>
              <a:gd name="connsiteY1" fmla="*/ 249555 h 1317783"/>
              <a:gd name="connsiteX2" fmla="*/ 0 w 400665"/>
              <a:gd name="connsiteY2" fmla="*/ 1317783 h 1317783"/>
              <a:gd name="connsiteX0" fmla="*/ 400665 w 400665"/>
              <a:gd name="connsiteY0" fmla="*/ 26864 h 1294507"/>
              <a:gd name="connsiteX1" fmla="*/ 158025 w 400665"/>
              <a:gd name="connsiteY1" fmla="*/ 226279 h 1294507"/>
              <a:gd name="connsiteX2" fmla="*/ 0 w 400665"/>
              <a:gd name="connsiteY2" fmla="*/ 1294507 h 1294507"/>
              <a:gd name="connsiteX0" fmla="*/ 400665 w 400665"/>
              <a:gd name="connsiteY0" fmla="*/ 36590 h 1304233"/>
              <a:gd name="connsiteX1" fmla="*/ 148111 w 400665"/>
              <a:gd name="connsiteY1" fmla="*/ 190319 h 1304233"/>
              <a:gd name="connsiteX2" fmla="*/ 0 w 400665"/>
              <a:gd name="connsiteY2" fmla="*/ 1304233 h 1304233"/>
              <a:gd name="connsiteX0" fmla="*/ 400665 w 400665"/>
              <a:gd name="connsiteY0" fmla="*/ 19245 h 1286888"/>
              <a:gd name="connsiteX1" fmla="*/ 148111 w 400665"/>
              <a:gd name="connsiteY1" fmla="*/ 172974 h 1286888"/>
              <a:gd name="connsiteX2" fmla="*/ 0 w 400665"/>
              <a:gd name="connsiteY2" fmla="*/ 1286888 h 128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665" h="1286888">
                <a:moveTo>
                  <a:pt x="400665" y="19245"/>
                </a:moveTo>
                <a:cubicBezTo>
                  <a:pt x="331481" y="-49044"/>
                  <a:pt x="238529" y="79190"/>
                  <a:pt x="148111" y="172974"/>
                </a:cubicBezTo>
                <a:cubicBezTo>
                  <a:pt x="99518" y="299759"/>
                  <a:pt x="21552" y="104634"/>
                  <a:pt x="0" y="1286888"/>
                </a:cubicBezTo>
              </a:path>
            </a:pathLst>
          </a:custGeom>
          <a:noFill/>
          <a:ln w="360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7E9392F-F4FB-B9DA-93A0-18B272312F09}"/>
              </a:ext>
            </a:extLst>
          </p:cNvPr>
          <p:cNvSpPr/>
          <p:nvPr/>
        </p:nvSpPr>
        <p:spPr>
          <a:xfrm>
            <a:off x="4129600" y="2711524"/>
            <a:ext cx="394772" cy="546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5675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7031DFA-3E3E-4F7B-A36D-3C50EC9AAD52}"/>
              </a:ext>
            </a:extLst>
          </p:cNvPr>
          <p:cNvGrpSpPr/>
          <p:nvPr/>
        </p:nvGrpSpPr>
        <p:grpSpPr>
          <a:xfrm rot="739330">
            <a:off x="2461108" y="1174743"/>
            <a:ext cx="5422456" cy="4767909"/>
            <a:chOff x="3646423" y="1243839"/>
            <a:chExt cx="5422456" cy="4767909"/>
          </a:xfrm>
        </p:grpSpPr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97CCCF1B-FDB6-0146-644A-0DF92641935A}"/>
                </a:ext>
              </a:extLst>
            </p:cNvPr>
            <p:cNvGrpSpPr/>
            <p:nvPr/>
          </p:nvGrpSpPr>
          <p:grpSpPr>
            <a:xfrm>
              <a:off x="4012721" y="1451110"/>
              <a:ext cx="4166559" cy="4560638"/>
              <a:chOff x="6123758" y="1155220"/>
              <a:chExt cx="4166559" cy="4560638"/>
            </a:xfrm>
          </p:grpSpPr>
          <p:grpSp>
            <p:nvGrpSpPr>
              <p:cNvPr id="42" name="Gruppieren 41">
                <a:extLst>
                  <a:ext uri="{FF2B5EF4-FFF2-40B4-BE49-F238E27FC236}">
                    <a16:creationId xmlns:a16="http://schemas.microsoft.com/office/drawing/2014/main" id="{4A4A8000-03EE-5F5D-CBCD-9DECAE15D39E}"/>
                  </a:ext>
                </a:extLst>
              </p:cNvPr>
              <p:cNvGrpSpPr/>
              <p:nvPr/>
            </p:nvGrpSpPr>
            <p:grpSpPr>
              <a:xfrm rot="20900348">
                <a:off x="6123758" y="2517185"/>
                <a:ext cx="4166559" cy="3198673"/>
                <a:chOff x="6123758" y="2517185"/>
                <a:chExt cx="4166559" cy="3198673"/>
              </a:xfrm>
            </p:grpSpPr>
            <p:grpSp>
              <p:nvGrpSpPr>
                <p:cNvPr id="26" name="Gruppieren 25">
                  <a:extLst>
                    <a:ext uri="{FF2B5EF4-FFF2-40B4-BE49-F238E27FC236}">
                      <a16:creationId xmlns:a16="http://schemas.microsoft.com/office/drawing/2014/main" id="{1476C447-96F8-085F-3A65-01B0EB32913E}"/>
                    </a:ext>
                  </a:extLst>
                </p:cNvPr>
                <p:cNvGrpSpPr/>
                <p:nvPr/>
              </p:nvGrpSpPr>
              <p:grpSpPr>
                <a:xfrm>
                  <a:off x="7137361" y="3343593"/>
                  <a:ext cx="2139351" cy="2372265"/>
                  <a:chOff x="3164456" y="4123426"/>
                  <a:chExt cx="2139351" cy="2372265"/>
                </a:xfrm>
              </p:grpSpPr>
              <p:sp>
                <p:nvSpPr>
                  <p:cNvPr id="27" name="Rechteck 26">
                    <a:extLst>
                      <a:ext uri="{FF2B5EF4-FFF2-40B4-BE49-F238E27FC236}">
                        <a16:creationId xmlns:a16="http://schemas.microsoft.com/office/drawing/2014/main" id="{A75E12BF-5CBC-D060-E233-9E29EE472445}"/>
                      </a:ext>
                    </a:extLst>
                  </p:cNvPr>
                  <p:cNvSpPr/>
                  <p:nvPr/>
                </p:nvSpPr>
                <p:spPr>
                  <a:xfrm>
                    <a:off x="3164456" y="4123426"/>
                    <a:ext cx="2139351" cy="3623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8" name="Rechteck 27">
                    <a:extLst>
                      <a:ext uri="{FF2B5EF4-FFF2-40B4-BE49-F238E27FC236}">
                        <a16:creationId xmlns:a16="http://schemas.microsoft.com/office/drawing/2014/main" id="{953DFB16-9153-D89A-B146-51BE9061164C}"/>
                      </a:ext>
                    </a:extLst>
                  </p:cNvPr>
                  <p:cNvSpPr/>
                  <p:nvPr/>
                </p:nvSpPr>
                <p:spPr>
                  <a:xfrm rot="901207">
                    <a:off x="3164456" y="4684143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CD039EAE-2652-5D46-029F-45041D724F36}"/>
                      </a:ext>
                    </a:extLst>
                  </p:cNvPr>
                  <p:cNvSpPr/>
                  <p:nvPr/>
                </p:nvSpPr>
                <p:spPr>
                  <a:xfrm>
                    <a:off x="4948686" y="4684143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0" name="Rechteck 29">
                    <a:extLst>
                      <a:ext uri="{FF2B5EF4-FFF2-40B4-BE49-F238E27FC236}">
                        <a16:creationId xmlns:a16="http://schemas.microsoft.com/office/drawing/2014/main" id="{28DAFF39-2299-A064-C3E5-402993F90F49}"/>
                      </a:ext>
                    </a:extLst>
                  </p:cNvPr>
                  <p:cNvSpPr/>
                  <p:nvPr/>
                </p:nvSpPr>
                <p:spPr>
                  <a:xfrm>
                    <a:off x="3697855" y="4485736"/>
                    <a:ext cx="1017917" cy="200995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1" name="Rechteck 30">
                    <a:extLst>
                      <a:ext uri="{FF2B5EF4-FFF2-40B4-BE49-F238E27FC236}">
                        <a16:creationId xmlns:a16="http://schemas.microsoft.com/office/drawing/2014/main" id="{F38A15F0-B0FD-6A63-FFCD-B1D558000A60}"/>
                      </a:ext>
                    </a:extLst>
                  </p:cNvPr>
                  <p:cNvSpPr/>
                  <p:nvPr/>
                </p:nvSpPr>
                <p:spPr>
                  <a:xfrm>
                    <a:off x="3519578" y="4912743"/>
                    <a:ext cx="1429108" cy="2070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32" name="Rechteck 31">
                    <a:extLst>
                      <a:ext uri="{FF2B5EF4-FFF2-40B4-BE49-F238E27FC236}">
                        <a16:creationId xmlns:a16="http://schemas.microsoft.com/office/drawing/2014/main" id="{B6D8AB89-66F5-6A3B-28CC-62496C000E19}"/>
                      </a:ext>
                    </a:extLst>
                  </p:cNvPr>
                  <p:cNvSpPr/>
                  <p:nvPr/>
                </p:nvSpPr>
                <p:spPr>
                  <a:xfrm>
                    <a:off x="3164456" y="5772509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3" name="Rechteck 32">
                    <a:extLst>
                      <a:ext uri="{FF2B5EF4-FFF2-40B4-BE49-F238E27FC236}">
                        <a16:creationId xmlns:a16="http://schemas.microsoft.com/office/drawing/2014/main" id="{0DC3C49D-EA20-096E-4C3F-20953FD21932}"/>
                      </a:ext>
                    </a:extLst>
                  </p:cNvPr>
                  <p:cNvSpPr/>
                  <p:nvPr/>
                </p:nvSpPr>
                <p:spPr>
                  <a:xfrm>
                    <a:off x="4948686" y="5772509"/>
                    <a:ext cx="355121" cy="6642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4" name="Rechteck 33">
                    <a:extLst>
                      <a:ext uri="{FF2B5EF4-FFF2-40B4-BE49-F238E27FC236}">
                        <a16:creationId xmlns:a16="http://schemas.microsoft.com/office/drawing/2014/main" id="{3111D3F5-B597-745F-B0F9-AF784F386B4E}"/>
                      </a:ext>
                    </a:extLst>
                  </p:cNvPr>
                  <p:cNvSpPr/>
                  <p:nvPr/>
                </p:nvSpPr>
                <p:spPr>
                  <a:xfrm>
                    <a:off x="3519578" y="6001109"/>
                    <a:ext cx="1429108" cy="20703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" name="Rechteck 34">
                    <a:extLst>
                      <a:ext uri="{FF2B5EF4-FFF2-40B4-BE49-F238E27FC236}">
                        <a16:creationId xmlns:a16="http://schemas.microsoft.com/office/drawing/2014/main" id="{5A36CD8A-1042-49D2-5876-E2CD64AA02A3}"/>
                      </a:ext>
                    </a:extLst>
                  </p:cNvPr>
                  <p:cNvSpPr/>
                  <p:nvPr/>
                </p:nvSpPr>
                <p:spPr>
                  <a:xfrm>
                    <a:off x="3706480" y="5145656"/>
                    <a:ext cx="1007311" cy="567905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6" name="Rechteck 35">
                    <a:extLst>
                      <a:ext uri="{FF2B5EF4-FFF2-40B4-BE49-F238E27FC236}">
                        <a16:creationId xmlns:a16="http://schemas.microsoft.com/office/drawing/2014/main" id="{AF834DEC-862C-2FBF-0D93-2FD8D5C8F44C}"/>
                      </a:ext>
                    </a:extLst>
                  </p:cNvPr>
                  <p:cNvSpPr/>
                  <p:nvPr/>
                </p:nvSpPr>
                <p:spPr>
                  <a:xfrm>
                    <a:off x="3706480" y="5779697"/>
                    <a:ext cx="1007311" cy="30336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" name="Rechteck 36">
                    <a:extLst>
                      <a:ext uri="{FF2B5EF4-FFF2-40B4-BE49-F238E27FC236}">
                        <a16:creationId xmlns:a16="http://schemas.microsoft.com/office/drawing/2014/main" id="{BC317E89-013D-0CB0-F16D-C7C27DA2A92D}"/>
                      </a:ext>
                    </a:extLst>
                  </p:cNvPr>
                  <p:cNvSpPr/>
                  <p:nvPr/>
                </p:nvSpPr>
                <p:spPr>
                  <a:xfrm>
                    <a:off x="3918545" y="6121877"/>
                    <a:ext cx="565927" cy="3321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8" name="Rechteck 37">
                    <a:extLst>
                      <a:ext uri="{FF2B5EF4-FFF2-40B4-BE49-F238E27FC236}">
                        <a16:creationId xmlns:a16="http://schemas.microsoft.com/office/drawing/2014/main" id="{84AE2332-B0BC-DC50-3438-44EF77F8FE5B}"/>
                      </a:ext>
                    </a:extLst>
                  </p:cNvPr>
                  <p:cNvSpPr/>
                  <p:nvPr/>
                </p:nvSpPr>
                <p:spPr>
                  <a:xfrm>
                    <a:off x="3911804" y="4531023"/>
                    <a:ext cx="596662" cy="7763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9" name="Rechteck 38">
                    <a:extLst>
                      <a:ext uri="{FF2B5EF4-FFF2-40B4-BE49-F238E27FC236}">
                        <a16:creationId xmlns:a16="http://schemas.microsoft.com/office/drawing/2014/main" id="{2FDEC0CB-7575-0AB1-1B6E-CC762F71A436}"/>
                      </a:ext>
                    </a:extLst>
                  </p:cNvPr>
                  <p:cNvSpPr/>
                  <p:nvPr/>
                </p:nvSpPr>
                <p:spPr>
                  <a:xfrm>
                    <a:off x="4037606" y="4298110"/>
                    <a:ext cx="327804" cy="23722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0" name="Rechteck 39">
                  <a:extLst>
                    <a:ext uri="{FF2B5EF4-FFF2-40B4-BE49-F238E27FC236}">
                      <a16:creationId xmlns:a16="http://schemas.microsoft.com/office/drawing/2014/main" id="{1EFEC2A7-BB3A-442A-FA1C-E54BD4897196}"/>
                    </a:ext>
                  </a:extLst>
                </p:cNvPr>
                <p:cNvSpPr/>
                <p:nvPr/>
              </p:nvSpPr>
              <p:spPr>
                <a:xfrm>
                  <a:off x="6123758" y="2517185"/>
                  <a:ext cx="4166559" cy="45719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FA1C9D86-903C-741E-24C9-E4EBDD1CFA14}"/>
                  </a:ext>
                </a:extLst>
              </p:cNvPr>
              <p:cNvSpPr/>
              <p:nvPr/>
            </p:nvSpPr>
            <p:spPr>
              <a:xfrm>
                <a:off x="8165345" y="1155220"/>
                <a:ext cx="51758" cy="207550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3" name="Multiplikationszeichen 2">
              <a:extLst>
                <a:ext uri="{FF2B5EF4-FFF2-40B4-BE49-F238E27FC236}">
                  <a16:creationId xmlns:a16="http://schemas.microsoft.com/office/drawing/2014/main" id="{55C9FB36-6553-F2A0-A773-921B0265E9F9}"/>
                </a:ext>
              </a:extLst>
            </p:cNvPr>
            <p:cNvSpPr/>
            <p:nvPr/>
          </p:nvSpPr>
          <p:spPr>
            <a:xfrm>
              <a:off x="6106066" y="2585032"/>
              <a:ext cx="354334" cy="344067"/>
            </a:xfrm>
            <a:prstGeom prst="mathMultiply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214A8CED-4D10-B7A3-9B90-6951DF12777E}"/>
                </a:ext>
              </a:extLst>
            </p:cNvPr>
            <p:cNvCxnSpPr/>
            <p:nvPr/>
          </p:nvCxnSpPr>
          <p:spPr>
            <a:xfrm>
              <a:off x="4561938" y="3264693"/>
              <a:ext cx="0" cy="176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3F825A3-86C6-416C-9CE4-AF83EFEDE2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1938" y="3081338"/>
              <a:ext cx="21968" cy="171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319EBD50-91AA-FAA0-F575-ABF3C273CB35}"/>
                </a:ext>
              </a:extLst>
            </p:cNvPr>
            <p:cNvCxnSpPr/>
            <p:nvPr/>
          </p:nvCxnSpPr>
          <p:spPr>
            <a:xfrm>
              <a:off x="4714338" y="3417093"/>
              <a:ext cx="0" cy="176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ultiplikationszeichen 48">
              <a:extLst>
                <a:ext uri="{FF2B5EF4-FFF2-40B4-BE49-F238E27FC236}">
                  <a16:creationId xmlns:a16="http://schemas.microsoft.com/office/drawing/2014/main" id="{368D49C0-33F4-C49B-F396-D40FF5ECF007}"/>
                </a:ext>
              </a:extLst>
            </p:cNvPr>
            <p:cNvSpPr/>
            <p:nvPr/>
          </p:nvSpPr>
          <p:spPr>
            <a:xfrm>
              <a:off x="8714545" y="1701547"/>
              <a:ext cx="354334" cy="344067"/>
            </a:xfrm>
            <a:prstGeom prst="mathMultiply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CE8421DE-6D2D-000D-8BBE-95096B3E9BC1}"/>
                </a:ext>
              </a:extLst>
            </p:cNvPr>
            <p:cNvSpPr txBox="1"/>
            <p:nvPr/>
          </p:nvSpPr>
          <p:spPr>
            <a:xfrm rot="20726756">
              <a:off x="5493291" y="2419776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16cm</a:t>
              </a: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6A4F951A-E8BD-E0EE-2435-AE5F93A08CC8}"/>
                </a:ext>
              </a:extLst>
            </p:cNvPr>
            <p:cNvSpPr/>
            <p:nvPr/>
          </p:nvSpPr>
          <p:spPr>
            <a:xfrm>
              <a:off x="4561935" y="2261734"/>
              <a:ext cx="3068129" cy="577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2CCA502E-662D-586A-4F07-9F8F4A3E528E}"/>
                </a:ext>
              </a:extLst>
            </p:cNvPr>
            <p:cNvSpPr txBox="1"/>
            <p:nvPr/>
          </p:nvSpPr>
          <p:spPr>
            <a:xfrm>
              <a:off x="5679044" y="1934223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15cm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B02A0315-7831-A970-8F88-C1FE57A18FC6}"/>
                </a:ext>
              </a:extLst>
            </p:cNvPr>
            <p:cNvSpPr/>
            <p:nvPr/>
          </p:nvSpPr>
          <p:spPr>
            <a:xfrm rot="15564532">
              <a:off x="5391575" y="3341561"/>
              <a:ext cx="899022" cy="545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0D6B93CD-7BC8-FA2F-486E-B019FB21D9C9}"/>
                </a:ext>
              </a:extLst>
            </p:cNvPr>
            <p:cNvSpPr/>
            <p:nvPr/>
          </p:nvSpPr>
          <p:spPr>
            <a:xfrm rot="20900348">
              <a:off x="3646423" y="1664583"/>
              <a:ext cx="4166559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9A40290A-4362-6AB1-2107-1BAD4A82D45E}"/>
                </a:ext>
              </a:extLst>
            </p:cNvPr>
            <p:cNvSpPr txBox="1"/>
            <p:nvPr/>
          </p:nvSpPr>
          <p:spPr>
            <a:xfrm rot="20726756">
              <a:off x="5382512" y="1243839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16cm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5CDB918-8F9D-146D-564D-FFC4CB18A095}"/>
                </a:ext>
              </a:extLst>
            </p:cNvPr>
            <p:cNvSpPr/>
            <p:nvPr/>
          </p:nvSpPr>
          <p:spPr>
            <a:xfrm rot="12487222">
              <a:off x="4456653" y="3476419"/>
              <a:ext cx="1504134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E8781A90-0AB6-0666-CD91-A30AE69D5226}"/>
                </a:ext>
              </a:extLst>
            </p:cNvPr>
            <p:cNvCxnSpPr>
              <a:cxnSpLocks/>
            </p:cNvCxnSpPr>
            <p:nvPr/>
          </p:nvCxnSpPr>
          <p:spPr>
            <a:xfrm rot="20860670" flipH="1">
              <a:off x="4526256" y="2934137"/>
              <a:ext cx="82349" cy="3255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3CC741F-9944-72F2-DE59-3FF0F1463814}"/>
              </a:ext>
            </a:extLst>
          </p:cNvPr>
          <p:cNvCxnSpPr>
            <a:cxnSpLocks/>
          </p:cNvCxnSpPr>
          <p:nvPr/>
        </p:nvCxnSpPr>
        <p:spPr>
          <a:xfrm flipH="1">
            <a:off x="4863726" y="4029936"/>
            <a:ext cx="82349" cy="325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8170AFB6-A501-787F-A747-27236EBB0CA8}"/>
              </a:ext>
            </a:extLst>
          </p:cNvPr>
          <p:cNvSpPr/>
          <p:nvPr/>
        </p:nvSpPr>
        <p:spPr>
          <a:xfrm rot="21364749">
            <a:off x="3253263" y="1152990"/>
            <a:ext cx="3148061" cy="2516968"/>
          </a:xfrm>
          <a:custGeom>
            <a:avLst/>
            <a:gdLst>
              <a:gd name="connsiteX0" fmla="*/ 64655 w 64655"/>
              <a:gd name="connsiteY0" fmla="*/ 0 h 3546763"/>
              <a:gd name="connsiteX1" fmla="*/ 0 w 64655"/>
              <a:gd name="connsiteY1" fmla="*/ 3546763 h 3546763"/>
              <a:gd name="connsiteX0" fmla="*/ 64655 w 64655"/>
              <a:gd name="connsiteY0" fmla="*/ 0 h 3546763"/>
              <a:gd name="connsiteX1" fmla="*/ 29389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64655"/>
              <a:gd name="connsiteY0" fmla="*/ 0 h 3546763"/>
              <a:gd name="connsiteX1" fmla="*/ 45847 w 64655"/>
              <a:gd name="connsiteY1" fmla="*/ 1893454 h 3546763"/>
              <a:gd name="connsiteX2" fmla="*/ 0 w 64655"/>
              <a:gd name="connsiteY2" fmla="*/ 3546763 h 3546763"/>
              <a:gd name="connsiteX0" fmla="*/ 64655 w 90887"/>
              <a:gd name="connsiteY0" fmla="*/ 0 h 3546763"/>
              <a:gd name="connsiteX1" fmla="*/ 89342 w 90887"/>
              <a:gd name="connsiteY1" fmla="*/ 1838036 h 3546763"/>
              <a:gd name="connsiteX2" fmla="*/ 0 w 90887"/>
              <a:gd name="connsiteY2" fmla="*/ 3546763 h 3546763"/>
              <a:gd name="connsiteX0" fmla="*/ 309169 w 309169"/>
              <a:gd name="connsiteY0" fmla="*/ 0 h 3306617"/>
              <a:gd name="connsiteX1" fmla="*/ 89342 w 309169"/>
              <a:gd name="connsiteY1" fmla="*/ 1597890 h 3306617"/>
              <a:gd name="connsiteX2" fmla="*/ 0 w 309169"/>
              <a:gd name="connsiteY2" fmla="*/ 3306617 h 3306617"/>
              <a:gd name="connsiteX0" fmla="*/ 132837 w 132837"/>
              <a:gd name="connsiteY0" fmla="*/ 0 h 3934690"/>
              <a:gd name="connsiteX1" fmla="*/ 89342 w 132837"/>
              <a:gd name="connsiteY1" fmla="*/ 2225963 h 3934690"/>
              <a:gd name="connsiteX2" fmla="*/ 0 w 132837"/>
              <a:gd name="connsiteY2" fmla="*/ 3934690 h 3934690"/>
              <a:gd name="connsiteX0" fmla="*/ 134155 w 134155"/>
              <a:gd name="connsiteY0" fmla="*/ 0 h 3934690"/>
              <a:gd name="connsiteX1" fmla="*/ 90660 w 134155"/>
              <a:gd name="connsiteY1" fmla="*/ 2225963 h 3934690"/>
              <a:gd name="connsiteX2" fmla="*/ 1318 w 134155"/>
              <a:gd name="connsiteY2" fmla="*/ 3934690 h 3934690"/>
              <a:gd name="connsiteX0" fmla="*/ 134155 w 195427"/>
              <a:gd name="connsiteY0" fmla="*/ 0 h 3934690"/>
              <a:gd name="connsiteX1" fmla="*/ 90660 w 195427"/>
              <a:gd name="connsiteY1" fmla="*/ 2225963 h 3934690"/>
              <a:gd name="connsiteX2" fmla="*/ 1318 w 195427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132837 w 194109"/>
              <a:gd name="connsiteY0" fmla="*/ 0 h 3934690"/>
              <a:gd name="connsiteX1" fmla="*/ 89342 w 194109"/>
              <a:gd name="connsiteY1" fmla="*/ 2225963 h 3934690"/>
              <a:gd name="connsiteX2" fmla="*/ 0 w 194109"/>
              <a:gd name="connsiteY2" fmla="*/ 3934690 h 3934690"/>
              <a:gd name="connsiteX0" fmla="*/ 89342 w 89342"/>
              <a:gd name="connsiteY0" fmla="*/ 0 h 1708727"/>
              <a:gd name="connsiteX1" fmla="*/ 0 w 89342"/>
              <a:gd name="connsiteY1" fmla="*/ 1708727 h 1708727"/>
              <a:gd name="connsiteX0" fmla="*/ 85710 w 85710"/>
              <a:gd name="connsiteY0" fmla="*/ 0 h 1666771"/>
              <a:gd name="connsiteX1" fmla="*/ 0 w 85710"/>
              <a:gd name="connsiteY1" fmla="*/ 1666771 h 1666771"/>
              <a:gd name="connsiteX0" fmla="*/ 289201 w 289201"/>
              <a:gd name="connsiteY0" fmla="*/ 0 h 1571692"/>
              <a:gd name="connsiteX1" fmla="*/ 0 w 289201"/>
              <a:gd name="connsiteY1" fmla="*/ 1571692 h 1571692"/>
              <a:gd name="connsiteX0" fmla="*/ 289201 w 289201"/>
              <a:gd name="connsiteY0" fmla="*/ 0 h 1571692"/>
              <a:gd name="connsiteX1" fmla="*/ 215107 w 289201"/>
              <a:gd name="connsiteY1" fmla="*/ 804255 h 1571692"/>
              <a:gd name="connsiteX2" fmla="*/ 0 w 289201"/>
              <a:gd name="connsiteY2" fmla="*/ 1571692 h 1571692"/>
              <a:gd name="connsiteX0" fmla="*/ 289201 w 289201"/>
              <a:gd name="connsiteY0" fmla="*/ 0 h 1571692"/>
              <a:gd name="connsiteX1" fmla="*/ 181457 w 289201"/>
              <a:gd name="connsiteY1" fmla="*/ 611449 h 1571692"/>
              <a:gd name="connsiteX2" fmla="*/ 0 w 289201"/>
              <a:gd name="connsiteY2" fmla="*/ 1571692 h 1571692"/>
              <a:gd name="connsiteX0" fmla="*/ 400665 w 400665"/>
              <a:gd name="connsiteY0" fmla="*/ 0 h 1267643"/>
              <a:gd name="connsiteX1" fmla="*/ 181457 w 400665"/>
              <a:gd name="connsiteY1" fmla="*/ 307400 h 1267643"/>
              <a:gd name="connsiteX2" fmla="*/ 0 w 400665"/>
              <a:gd name="connsiteY2" fmla="*/ 1267643 h 1267643"/>
              <a:gd name="connsiteX0" fmla="*/ 400665 w 400665"/>
              <a:gd name="connsiteY0" fmla="*/ 10821 h 1278464"/>
              <a:gd name="connsiteX1" fmla="*/ 181457 w 400665"/>
              <a:gd name="connsiteY1" fmla="*/ 318221 h 1278464"/>
              <a:gd name="connsiteX2" fmla="*/ 0 w 400665"/>
              <a:gd name="connsiteY2" fmla="*/ 1278464 h 1278464"/>
              <a:gd name="connsiteX0" fmla="*/ 400665 w 400665"/>
              <a:gd name="connsiteY0" fmla="*/ 25182 h 1292825"/>
              <a:gd name="connsiteX1" fmla="*/ 181457 w 400665"/>
              <a:gd name="connsiteY1" fmla="*/ 332582 h 1292825"/>
              <a:gd name="connsiteX2" fmla="*/ 0 w 400665"/>
              <a:gd name="connsiteY2" fmla="*/ 1292825 h 1292825"/>
              <a:gd name="connsiteX0" fmla="*/ 400665 w 400665"/>
              <a:gd name="connsiteY0" fmla="*/ 25182 h 1292825"/>
              <a:gd name="connsiteX1" fmla="*/ 181457 w 400665"/>
              <a:gd name="connsiteY1" fmla="*/ 332582 h 1292825"/>
              <a:gd name="connsiteX2" fmla="*/ 0 w 400665"/>
              <a:gd name="connsiteY2" fmla="*/ 1292825 h 1292825"/>
              <a:gd name="connsiteX0" fmla="*/ 400665 w 400665"/>
              <a:gd name="connsiteY0" fmla="*/ 50140 h 1317783"/>
              <a:gd name="connsiteX1" fmla="*/ 158025 w 400665"/>
              <a:gd name="connsiteY1" fmla="*/ 249555 h 1317783"/>
              <a:gd name="connsiteX2" fmla="*/ 0 w 400665"/>
              <a:gd name="connsiteY2" fmla="*/ 1317783 h 1317783"/>
              <a:gd name="connsiteX0" fmla="*/ 400665 w 400665"/>
              <a:gd name="connsiteY0" fmla="*/ 26864 h 1294507"/>
              <a:gd name="connsiteX1" fmla="*/ 158025 w 400665"/>
              <a:gd name="connsiteY1" fmla="*/ 226279 h 1294507"/>
              <a:gd name="connsiteX2" fmla="*/ 0 w 400665"/>
              <a:gd name="connsiteY2" fmla="*/ 1294507 h 1294507"/>
              <a:gd name="connsiteX0" fmla="*/ 400665 w 400665"/>
              <a:gd name="connsiteY0" fmla="*/ 36590 h 1304233"/>
              <a:gd name="connsiteX1" fmla="*/ 148111 w 400665"/>
              <a:gd name="connsiteY1" fmla="*/ 190319 h 1304233"/>
              <a:gd name="connsiteX2" fmla="*/ 0 w 400665"/>
              <a:gd name="connsiteY2" fmla="*/ 1304233 h 1304233"/>
              <a:gd name="connsiteX0" fmla="*/ 400665 w 400665"/>
              <a:gd name="connsiteY0" fmla="*/ 19245 h 1286888"/>
              <a:gd name="connsiteX1" fmla="*/ 148111 w 400665"/>
              <a:gd name="connsiteY1" fmla="*/ 172974 h 1286888"/>
              <a:gd name="connsiteX2" fmla="*/ 0 w 400665"/>
              <a:gd name="connsiteY2" fmla="*/ 1286888 h 128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665" h="1286888">
                <a:moveTo>
                  <a:pt x="400665" y="19245"/>
                </a:moveTo>
                <a:cubicBezTo>
                  <a:pt x="331481" y="-49044"/>
                  <a:pt x="238529" y="79190"/>
                  <a:pt x="148111" y="172974"/>
                </a:cubicBezTo>
                <a:cubicBezTo>
                  <a:pt x="99518" y="299759"/>
                  <a:pt x="21552" y="104634"/>
                  <a:pt x="0" y="1286888"/>
                </a:cubicBezTo>
              </a:path>
            </a:pathLst>
          </a:custGeom>
          <a:noFill/>
          <a:ln w="360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7E9392F-F4FB-B9DA-93A0-18B272312F09}"/>
              </a:ext>
            </a:extLst>
          </p:cNvPr>
          <p:cNvSpPr/>
          <p:nvPr/>
        </p:nvSpPr>
        <p:spPr>
          <a:xfrm>
            <a:off x="3586268" y="2705257"/>
            <a:ext cx="1137448" cy="580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68D0C65-C71D-BAAE-47DE-F75D768695F9}"/>
              </a:ext>
            </a:extLst>
          </p:cNvPr>
          <p:cNvSpPr/>
          <p:nvPr/>
        </p:nvSpPr>
        <p:spPr>
          <a:xfrm>
            <a:off x="4338222" y="2243825"/>
            <a:ext cx="2338792" cy="17642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429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36981C56-A42D-4580-B7FE-158C2CD97B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1813264"/>
              </p:ext>
            </p:extLst>
          </p:nvPr>
        </p:nvGraphicFramePr>
        <p:xfrm>
          <a:off x="1846262" y="1035843"/>
          <a:ext cx="7305675" cy="4062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525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67A1583-5BEC-1C57-6165-A825E07C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475" y="1900238"/>
            <a:ext cx="6135688" cy="2619375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09F1930-0820-17A2-1000-E9ED9DCB437D}"/>
              </a:ext>
            </a:extLst>
          </p:cNvPr>
          <p:cNvCxnSpPr/>
          <p:nvPr/>
        </p:nvCxnSpPr>
        <p:spPr>
          <a:xfrm flipH="1" flipV="1">
            <a:off x="5422900" y="4195763"/>
            <a:ext cx="9525" cy="571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6441545D-583F-BC77-1DC8-BDED832BD9B8}"/>
              </a:ext>
            </a:extLst>
          </p:cNvPr>
          <p:cNvCxnSpPr/>
          <p:nvPr/>
        </p:nvCxnSpPr>
        <p:spPr>
          <a:xfrm>
            <a:off x="4213225" y="3548063"/>
            <a:ext cx="3067050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12">
            <a:extLst>
              <a:ext uri="{FF2B5EF4-FFF2-40B4-BE49-F238E27FC236}">
                <a16:creationId xmlns:a16="http://schemas.microsoft.com/office/drawing/2014/main" id="{43984AD2-FEA1-2CB2-D2E2-C72229BF996C}"/>
              </a:ext>
            </a:extLst>
          </p:cNvPr>
          <p:cNvSpPr txBox="1"/>
          <p:nvPr/>
        </p:nvSpPr>
        <p:spPr>
          <a:xfrm>
            <a:off x="4003675" y="2938463"/>
            <a:ext cx="3611563" cy="36195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Abstand zwischen den </a:t>
            </a:r>
            <a:r>
              <a:rPr lang="de-DE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linien</a:t>
            </a:r>
            <a:endParaRPr lang="de-DE" sz="18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Multiplikationszeichen 6">
            <a:extLst>
              <a:ext uri="{FF2B5EF4-FFF2-40B4-BE49-F238E27FC236}">
                <a16:creationId xmlns:a16="http://schemas.microsoft.com/office/drawing/2014/main" id="{06D87358-8D23-F5A6-BD07-26B407D81AA5}"/>
              </a:ext>
            </a:extLst>
          </p:cNvPr>
          <p:cNvSpPr/>
          <p:nvPr/>
        </p:nvSpPr>
        <p:spPr>
          <a:xfrm>
            <a:off x="5432425" y="3281363"/>
            <a:ext cx="390525" cy="5048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C6DB710-E1C8-4198-BE0B-2DFA6602C033}"/>
              </a:ext>
            </a:extLst>
          </p:cNvPr>
          <p:cNvCxnSpPr/>
          <p:nvPr/>
        </p:nvCxnSpPr>
        <p:spPr>
          <a:xfrm flipV="1">
            <a:off x="5622925" y="3681413"/>
            <a:ext cx="0" cy="10763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17FC9782-71A9-9EB9-DD59-B4E703B3F949}"/>
              </a:ext>
            </a:extLst>
          </p:cNvPr>
          <p:cNvSpPr/>
          <p:nvPr/>
        </p:nvSpPr>
        <p:spPr>
          <a:xfrm rot="16200000">
            <a:off x="5430839" y="4697412"/>
            <a:ext cx="171450" cy="352425"/>
          </a:xfrm>
          <a:prstGeom prst="leftBrac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t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9EC6DEE-683E-E620-3969-371D2E9EC5BF}"/>
              </a:ext>
            </a:extLst>
          </p:cNvPr>
          <p:cNvCxnSpPr/>
          <p:nvPr/>
        </p:nvCxnSpPr>
        <p:spPr>
          <a:xfrm>
            <a:off x="2422525" y="1595438"/>
            <a:ext cx="4210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013C9A9-CCF9-4CD5-BF62-EEABD8659B96}"/>
              </a:ext>
            </a:extLst>
          </p:cNvPr>
          <p:cNvCxnSpPr/>
          <p:nvPr/>
        </p:nvCxnSpPr>
        <p:spPr>
          <a:xfrm flipH="1">
            <a:off x="2060575" y="1881188"/>
            <a:ext cx="47625" cy="2705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504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CFF66709-AE9D-1973-25BF-58CD8283E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97" y="635000"/>
            <a:ext cx="5793618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25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Breitbild</PresentationFormat>
  <Paragraphs>13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Besitzer</dc:creator>
  <cp:lastModifiedBy>Besitzer</cp:lastModifiedBy>
  <cp:revision>5</cp:revision>
  <dcterms:created xsi:type="dcterms:W3CDTF">2026-02-27T06:28:38Z</dcterms:created>
  <dcterms:modified xsi:type="dcterms:W3CDTF">2026-03-05T15:08:11Z</dcterms:modified>
</cp:coreProperties>
</file>